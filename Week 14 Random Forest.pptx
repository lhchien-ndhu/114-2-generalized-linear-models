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79" r:id="rId4"/>
    <p:sldId id="274" r:id="rId5"/>
    <p:sldId id="275" r:id="rId6"/>
    <p:sldId id="276" r:id="rId7"/>
    <p:sldId id="278" r:id="rId8"/>
    <p:sldId id="277" r:id="rId9"/>
    <p:sldId id="281" r:id="rId10"/>
    <p:sldId id="280" r:id="rId11"/>
    <p:sldId id="282" r:id="rId12"/>
    <p:sldId id="4478" r:id="rId13"/>
    <p:sldId id="267"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0" d="100"/>
          <a:sy n="110" d="100"/>
        </p:scale>
        <p:origin x="63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01EC26-1ABD-4E76-9301-5D1C22D57CAE}"/>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A965BED1-E81F-4DBC-8D78-70290F3010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3CF7ADD-D3E1-4BFF-8034-C62C564BC40B}"/>
              </a:ext>
            </a:extLst>
          </p:cNvPr>
          <p:cNvSpPr>
            <a:spLocks noGrp="1"/>
          </p:cNvSpPr>
          <p:nvPr>
            <p:ph type="dt" sz="half" idx="10"/>
          </p:nvPr>
        </p:nvSpPr>
        <p:spPr/>
        <p:txBody>
          <a:bodyPr/>
          <a:lstStyle/>
          <a:p>
            <a:fld id="{F6C481F7-746F-4453-B59F-89F9CAE746FF}" type="datetimeFigureOut">
              <a:rPr lang="zh-TW" altLang="en-US" smtClean="0"/>
              <a:t>2026/5/28</a:t>
            </a:fld>
            <a:endParaRPr lang="zh-TW" altLang="en-US"/>
          </a:p>
        </p:txBody>
      </p:sp>
      <p:sp>
        <p:nvSpPr>
          <p:cNvPr id="5" name="頁尾版面配置區 4">
            <a:extLst>
              <a:ext uri="{FF2B5EF4-FFF2-40B4-BE49-F238E27FC236}">
                <a16:creationId xmlns:a16="http://schemas.microsoft.com/office/drawing/2014/main" id="{22AA4AD4-F8C0-4104-9946-E877D97CEC1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8315620-8A3F-451E-99E9-B10539FC0601}"/>
              </a:ext>
            </a:extLst>
          </p:cNvPr>
          <p:cNvSpPr>
            <a:spLocks noGrp="1"/>
          </p:cNvSpPr>
          <p:nvPr>
            <p:ph type="sldNum" sz="quarter" idx="12"/>
          </p:nvPr>
        </p:nvSpPr>
        <p:spPr/>
        <p:txBody>
          <a:bodyPr/>
          <a:lstStyle/>
          <a:p>
            <a:fld id="{E968F1FF-F6EE-44E1-8BD8-EC60DF14A07D}" type="slidenum">
              <a:rPr lang="zh-TW" altLang="en-US" smtClean="0"/>
              <a:t>‹#›</a:t>
            </a:fld>
            <a:endParaRPr lang="zh-TW" altLang="en-US"/>
          </a:p>
        </p:txBody>
      </p:sp>
    </p:spTree>
    <p:extLst>
      <p:ext uri="{BB962C8B-B14F-4D97-AF65-F5344CB8AC3E}">
        <p14:creationId xmlns:p14="http://schemas.microsoft.com/office/powerpoint/2010/main" val="344639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579E4C-2066-4A29-B61A-5355CCA2F19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CD02FCA2-9368-474F-9FD8-913A4E2AAA0D}"/>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1F0D63F-E86D-44BE-A320-6BFC065275B9}"/>
              </a:ext>
            </a:extLst>
          </p:cNvPr>
          <p:cNvSpPr>
            <a:spLocks noGrp="1"/>
          </p:cNvSpPr>
          <p:nvPr>
            <p:ph type="dt" sz="half" idx="10"/>
          </p:nvPr>
        </p:nvSpPr>
        <p:spPr/>
        <p:txBody>
          <a:bodyPr/>
          <a:lstStyle/>
          <a:p>
            <a:fld id="{F6C481F7-746F-4453-B59F-89F9CAE746FF}" type="datetimeFigureOut">
              <a:rPr lang="zh-TW" altLang="en-US" smtClean="0"/>
              <a:t>2026/5/28</a:t>
            </a:fld>
            <a:endParaRPr lang="zh-TW" altLang="en-US"/>
          </a:p>
        </p:txBody>
      </p:sp>
      <p:sp>
        <p:nvSpPr>
          <p:cNvPr id="5" name="頁尾版面配置區 4">
            <a:extLst>
              <a:ext uri="{FF2B5EF4-FFF2-40B4-BE49-F238E27FC236}">
                <a16:creationId xmlns:a16="http://schemas.microsoft.com/office/drawing/2014/main" id="{1B47E28C-6822-4D55-9B3F-1121766CE56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2F19255-31DA-4EDA-AEFA-23D69EC82FCD}"/>
              </a:ext>
            </a:extLst>
          </p:cNvPr>
          <p:cNvSpPr>
            <a:spLocks noGrp="1"/>
          </p:cNvSpPr>
          <p:nvPr>
            <p:ph type="sldNum" sz="quarter" idx="12"/>
          </p:nvPr>
        </p:nvSpPr>
        <p:spPr/>
        <p:txBody>
          <a:bodyPr/>
          <a:lstStyle/>
          <a:p>
            <a:fld id="{E968F1FF-F6EE-44E1-8BD8-EC60DF14A07D}" type="slidenum">
              <a:rPr lang="zh-TW" altLang="en-US" smtClean="0"/>
              <a:t>‹#›</a:t>
            </a:fld>
            <a:endParaRPr lang="zh-TW" altLang="en-US"/>
          </a:p>
        </p:txBody>
      </p:sp>
    </p:spTree>
    <p:extLst>
      <p:ext uri="{BB962C8B-B14F-4D97-AF65-F5344CB8AC3E}">
        <p14:creationId xmlns:p14="http://schemas.microsoft.com/office/powerpoint/2010/main" val="2705905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B95A05-5F98-414A-A84D-C7EEB207ECE5}"/>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7DD980A-AA3C-4F4D-869D-7021823E4B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57940D7F-479B-4714-987A-75C38F2760FB}"/>
              </a:ext>
            </a:extLst>
          </p:cNvPr>
          <p:cNvSpPr>
            <a:spLocks noGrp="1"/>
          </p:cNvSpPr>
          <p:nvPr>
            <p:ph type="dt" sz="half" idx="10"/>
          </p:nvPr>
        </p:nvSpPr>
        <p:spPr/>
        <p:txBody>
          <a:bodyPr/>
          <a:lstStyle/>
          <a:p>
            <a:fld id="{F6C481F7-746F-4453-B59F-89F9CAE746FF}" type="datetimeFigureOut">
              <a:rPr lang="zh-TW" altLang="en-US" smtClean="0"/>
              <a:t>2026/5/28</a:t>
            </a:fld>
            <a:endParaRPr lang="zh-TW" altLang="en-US"/>
          </a:p>
        </p:txBody>
      </p:sp>
      <p:sp>
        <p:nvSpPr>
          <p:cNvPr id="5" name="頁尾版面配置區 4">
            <a:extLst>
              <a:ext uri="{FF2B5EF4-FFF2-40B4-BE49-F238E27FC236}">
                <a16:creationId xmlns:a16="http://schemas.microsoft.com/office/drawing/2014/main" id="{C78C5B0E-BBE4-4945-B750-D3C6B503528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A5B9730-4C3E-4CE7-A046-DD94CEA24EC3}"/>
              </a:ext>
            </a:extLst>
          </p:cNvPr>
          <p:cNvSpPr>
            <a:spLocks noGrp="1"/>
          </p:cNvSpPr>
          <p:nvPr>
            <p:ph type="sldNum" sz="quarter" idx="12"/>
          </p:nvPr>
        </p:nvSpPr>
        <p:spPr/>
        <p:txBody>
          <a:bodyPr/>
          <a:lstStyle/>
          <a:p>
            <a:fld id="{E968F1FF-F6EE-44E1-8BD8-EC60DF14A07D}" type="slidenum">
              <a:rPr lang="zh-TW" altLang="en-US" smtClean="0"/>
              <a:t>‹#›</a:t>
            </a:fld>
            <a:endParaRPr lang="zh-TW" altLang="en-US"/>
          </a:p>
        </p:txBody>
      </p:sp>
    </p:spTree>
    <p:extLst>
      <p:ext uri="{BB962C8B-B14F-4D97-AF65-F5344CB8AC3E}">
        <p14:creationId xmlns:p14="http://schemas.microsoft.com/office/powerpoint/2010/main" val="282966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AA907A-9970-40B2-85A1-EA570AFA4C3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01F64766-28E9-4661-ACC4-B630E478FC34}"/>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525554F2-2D73-4E24-B182-985BDF5DD443}"/>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0D5A91E6-2C58-4EB1-A61E-64119451E7F0}"/>
              </a:ext>
            </a:extLst>
          </p:cNvPr>
          <p:cNvSpPr>
            <a:spLocks noGrp="1"/>
          </p:cNvSpPr>
          <p:nvPr>
            <p:ph type="dt" sz="half" idx="10"/>
          </p:nvPr>
        </p:nvSpPr>
        <p:spPr/>
        <p:txBody>
          <a:bodyPr/>
          <a:lstStyle/>
          <a:p>
            <a:fld id="{F6C481F7-746F-4453-B59F-89F9CAE746FF}" type="datetimeFigureOut">
              <a:rPr lang="zh-TW" altLang="en-US" smtClean="0"/>
              <a:t>2026/5/28</a:t>
            </a:fld>
            <a:endParaRPr lang="zh-TW" altLang="en-US"/>
          </a:p>
        </p:txBody>
      </p:sp>
      <p:sp>
        <p:nvSpPr>
          <p:cNvPr id="6" name="頁尾版面配置區 5">
            <a:extLst>
              <a:ext uri="{FF2B5EF4-FFF2-40B4-BE49-F238E27FC236}">
                <a16:creationId xmlns:a16="http://schemas.microsoft.com/office/drawing/2014/main" id="{15F76BF6-1830-4BAE-9B2C-D3E2CF328CE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85BBDE7-9B97-414B-92A5-F20BEDE813D4}"/>
              </a:ext>
            </a:extLst>
          </p:cNvPr>
          <p:cNvSpPr>
            <a:spLocks noGrp="1"/>
          </p:cNvSpPr>
          <p:nvPr>
            <p:ph type="sldNum" sz="quarter" idx="12"/>
          </p:nvPr>
        </p:nvSpPr>
        <p:spPr/>
        <p:txBody>
          <a:bodyPr/>
          <a:lstStyle/>
          <a:p>
            <a:fld id="{E968F1FF-F6EE-44E1-8BD8-EC60DF14A07D}" type="slidenum">
              <a:rPr lang="zh-TW" altLang="en-US" smtClean="0"/>
              <a:t>‹#›</a:t>
            </a:fld>
            <a:endParaRPr lang="zh-TW" altLang="en-US"/>
          </a:p>
        </p:txBody>
      </p:sp>
    </p:spTree>
    <p:extLst>
      <p:ext uri="{BB962C8B-B14F-4D97-AF65-F5344CB8AC3E}">
        <p14:creationId xmlns:p14="http://schemas.microsoft.com/office/powerpoint/2010/main" val="2390901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29B151-96BE-435C-9328-E9F99A4076F5}"/>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5775444-261A-478D-A62F-2E5F256462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D0266EE4-07F2-4D2C-B365-4DACB058E027}"/>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831B609A-53F9-47FE-A257-F76AA94B9D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0F2F12D7-1C16-47CB-BFEA-2D5E9C556378}"/>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8A069B4B-1D7E-460D-BBC1-59E68144F6E3}"/>
              </a:ext>
            </a:extLst>
          </p:cNvPr>
          <p:cNvSpPr>
            <a:spLocks noGrp="1"/>
          </p:cNvSpPr>
          <p:nvPr>
            <p:ph type="dt" sz="half" idx="10"/>
          </p:nvPr>
        </p:nvSpPr>
        <p:spPr/>
        <p:txBody>
          <a:bodyPr/>
          <a:lstStyle/>
          <a:p>
            <a:fld id="{F6C481F7-746F-4453-B59F-89F9CAE746FF}" type="datetimeFigureOut">
              <a:rPr lang="zh-TW" altLang="en-US" smtClean="0"/>
              <a:t>2026/5/28</a:t>
            </a:fld>
            <a:endParaRPr lang="zh-TW" altLang="en-US"/>
          </a:p>
        </p:txBody>
      </p:sp>
      <p:sp>
        <p:nvSpPr>
          <p:cNvPr id="8" name="頁尾版面配置區 7">
            <a:extLst>
              <a:ext uri="{FF2B5EF4-FFF2-40B4-BE49-F238E27FC236}">
                <a16:creationId xmlns:a16="http://schemas.microsoft.com/office/drawing/2014/main" id="{B8540132-0AC1-4AAA-9F68-E0E0BDE486C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2B7CB0A-6AF5-44F8-92A4-B403467342E1}"/>
              </a:ext>
            </a:extLst>
          </p:cNvPr>
          <p:cNvSpPr>
            <a:spLocks noGrp="1"/>
          </p:cNvSpPr>
          <p:nvPr>
            <p:ph type="sldNum" sz="quarter" idx="12"/>
          </p:nvPr>
        </p:nvSpPr>
        <p:spPr/>
        <p:txBody>
          <a:bodyPr/>
          <a:lstStyle/>
          <a:p>
            <a:fld id="{E968F1FF-F6EE-44E1-8BD8-EC60DF14A07D}" type="slidenum">
              <a:rPr lang="zh-TW" altLang="en-US" smtClean="0"/>
              <a:t>‹#›</a:t>
            </a:fld>
            <a:endParaRPr lang="zh-TW" altLang="en-US"/>
          </a:p>
        </p:txBody>
      </p:sp>
    </p:spTree>
    <p:extLst>
      <p:ext uri="{BB962C8B-B14F-4D97-AF65-F5344CB8AC3E}">
        <p14:creationId xmlns:p14="http://schemas.microsoft.com/office/powerpoint/2010/main" val="2979915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478DD4D-B691-4121-BC2B-BEFD790D66ED}"/>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4030AF32-0ED3-4EF3-BF54-79E01E539387}"/>
              </a:ext>
            </a:extLst>
          </p:cNvPr>
          <p:cNvSpPr>
            <a:spLocks noGrp="1"/>
          </p:cNvSpPr>
          <p:nvPr>
            <p:ph type="dt" sz="half" idx="10"/>
          </p:nvPr>
        </p:nvSpPr>
        <p:spPr/>
        <p:txBody>
          <a:bodyPr/>
          <a:lstStyle/>
          <a:p>
            <a:fld id="{F6C481F7-746F-4453-B59F-89F9CAE746FF}" type="datetimeFigureOut">
              <a:rPr lang="zh-TW" altLang="en-US" smtClean="0"/>
              <a:t>2026/5/28</a:t>
            </a:fld>
            <a:endParaRPr lang="zh-TW" altLang="en-US"/>
          </a:p>
        </p:txBody>
      </p:sp>
      <p:sp>
        <p:nvSpPr>
          <p:cNvPr id="4" name="頁尾版面配置區 3">
            <a:extLst>
              <a:ext uri="{FF2B5EF4-FFF2-40B4-BE49-F238E27FC236}">
                <a16:creationId xmlns:a16="http://schemas.microsoft.com/office/drawing/2014/main" id="{36BBD2E8-44F2-4061-BA98-D4764B5232A0}"/>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82FE8AED-883A-4AAC-B8A2-E0D6520B5A16}"/>
              </a:ext>
            </a:extLst>
          </p:cNvPr>
          <p:cNvSpPr>
            <a:spLocks noGrp="1"/>
          </p:cNvSpPr>
          <p:nvPr>
            <p:ph type="sldNum" sz="quarter" idx="12"/>
          </p:nvPr>
        </p:nvSpPr>
        <p:spPr/>
        <p:txBody>
          <a:bodyPr/>
          <a:lstStyle/>
          <a:p>
            <a:fld id="{E968F1FF-F6EE-44E1-8BD8-EC60DF14A07D}" type="slidenum">
              <a:rPr lang="zh-TW" altLang="en-US" smtClean="0"/>
              <a:t>‹#›</a:t>
            </a:fld>
            <a:endParaRPr lang="zh-TW" altLang="en-US"/>
          </a:p>
        </p:txBody>
      </p:sp>
    </p:spTree>
    <p:extLst>
      <p:ext uri="{BB962C8B-B14F-4D97-AF65-F5344CB8AC3E}">
        <p14:creationId xmlns:p14="http://schemas.microsoft.com/office/powerpoint/2010/main" val="618042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BC97553E-4884-4494-A65F-828B4CB6769B}"/>
              </a:ext>
            </a:extLst>
          </p:cNvPr>
          <p:cNvSpPr>
            <a:spLocks noGrp="1"/>
          </p:cNvSpPr>
          <p:nvPr>
            <p:ph type="dt" sz="half" idx="10"/>
          </p:nvPr>
        </p:nvSpPr>
        <p:spPr/>
        <p:txBody>
          <a:bodyPr/>
          <a:lstStyle/>
          <a:p>
            <a:fld id="{F6C481F7-746F-4453-B59F-89F9CAE746FF}" type="datetimeFigureOut">
              <a:rPr lang="zh-TW" altLang="en-US" smtClean="0"/>
              <a:t>2026/5/28</a:t>
            </a:fld>
            <a:endParaRPr lang="zh-TW" altLang="en-US"/>
          </a:p>
        </p:txBody>
      </p:sp>
      <p:sp>
        <p:nvSpPr>
          <p:cNvPr id="3" name="頁尾版面配置區 2">
            <a:extLst>
              <a:ext uri="{FF2B5EF4-FFF2-40B4-BE49-F238E27FC236}">
                <a16:creationId xmlns:a16="http://schemas.microsoft.com/office/drawing/2014/main" id="{F100E0D6-4A20-4AEC-8499-705F7F620044}"/>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2F49F608-D74E-4085-A180-53F2574AFC51}"/>
              </a:ext>
            </a:extLst>
          </p:cNvPr>
          <p:cNvSpPr>
            <a:spLocks noGrp="1"/>
          </p:cNvSpPr>
          <p:nvPr>
            <p:ph type="sldNum" sz="quarter" idx="12"/>
          </p:nvPr>
        </p:nvSpPr>
        <p:spPr/>
        <p:txBody>
          <a:bodyPr/>
          <a:lstStyle/>
          <a:p>
            <a:fld id="{E968F1FF-F6EE-44E1-8BD8-EC60DF14A07D}" type="slidenum">
              <a:rPr lang="zh-TW" altLang="en-US" smtClean="0"/>
              <a:t>‹#›</a:t>
            </a:fld>
            <a:endParaRPr lang="zh-TW" altLang="en-US"/>
          </a:p>
        </p:txBody>
      </p:sp>
    </p:spTree>
    <p:extLst>
      <p:ext uri="{BB962C8B-B14F-4D97-AF65-F5344CB8AC3E}">
        <p14:creationId xmlns:p14="http://schemas.microsoft.com/office/powerpoint/2010/main" val="2233979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255A61-8020-4791-A4B1-D763B6B0EAF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E962F43F-083C-4B10-96CF-57ADA2DF19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748549C6-8641-4456-8405-3B6A41AA6B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B2596A6C-7219-49C3-A746-875E8BD61489}"/>
              </a:ext>
            </a:extLst>
          </p:cNvPr>
          <p:cNvSpPr>
            <a:spLocks noGrp="1"/>
          </p:cNvSpPr>
          <p:nvPr>
            <p:ph type="dt" sz="half" idx="10"/>
          </p:nvPr>
        </p:nvSpPr>
        <p:spPr/>
        <p:txBody>
          <a:bodyPr/>
          <a:lstStyle/>
          <a:p>
            <a:fld id="{F6C481F7-746F-4453-B59F-89F9CAE746FF}" type="datetimeFigureOut">
              <a:rPr lang="zh-TW" altLang="en-US" smtClean="0"/>
              <a:t>2026/5/28</a:t>
            </a:fld>
            <a:endParaRPr lang="zh-TW" altLang="en-US"/>
          </a:p>
        </p:txBody>
      </p:sp>
      <p:sp>
        <p:nvSpPr>
          <p:cNvPr id="6" name="頁尾版面配置區 5">
            <a:extLst>
              <a:ext uri="{FF2B5EF4-FFF2-40B4-BE49-F238E27FC236}">
                <a16:creationId xmlns:a16="http://schemas.microsoft.com/office/drawing/2014/main" id="{3874C5B7-FA13-49CD-9F42-A586EC6A238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9FA2B14-E6C4-4390-9B29-06B0CD0116A2}"/>
              </a:ext>
            </a:extLst>
          </p:cNvPr>
          <p:cNvSpPr>
            <a:spLocks noGrp="1"/>
          </p:cNvSpPr>
          <p:nvPr>
            <p:ph type="sldNum" sz="quarter" idx="12"/>
          </p:nvPr>
        </p:nvSpPr>
        <p:spPr/>
        <p:txBody>
          <a:bodyPr/>
          <a:lstStyle/>
          <a:p>
            <a:fld id="{E968F1FF-F6EE-44E1-8BD8-EC60DF14A07D}" type="slidenum">
              <a:rPr lang="zh-TW" altLang="en-US" smtClean="0"/>
              <a:t>‹#›</a:t>
            </a:fld>
            <a:endParaRPr lang="zh-TW" altLang="en-US"/>
          </a:p>
        </p:txBody>
      </p:sp>
    </p:spTree>
    <p:extLst>
      <p:ext uri="{BB962C8B-B14F-4D97-AF65-F5344CB8AC3E}">
        <p14:creationId xmlns:p14="http://schemas.microsoft.com/office/powerpoint/2010/main" val="3249041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F5F400-C20C-4F24-BADA-9BD5A831295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A28500D7-5E61-475F-AC2E-A131DEE216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BF710B4C-0E4A-40E2-B7DF-543CF3DC87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5A66A18A-B3E6-42A8-B9C2-5AF464F14B78}"/>
              </a:ext>
            </a:extLst>
          </p:cNvPr>
          <p:cNvSpPr>
            <a:spLocks noGrp="1"/>
          </p:cNvSpPr>
          <p:nvPr>
            <p:ph type="dt" sz="half" idx="10"/>
          </p:nvPr>
        </p:nvSpPr>
        <p:spPr/>
        <p:txBody>
          <a:bodyPr/>
          <a:lstStyle/>
          <a:p>
            <a:fld id="{F6C481F7-746F-4453-B59F-89F9CAE746FF}" type="datetimeFigureOut">
              <a:rPr lang="zh-TW" altLang="en-US" smtClean="0"/>
              <a:t>2026/5/28</a:t>
            </a:fld>
            <a:endParaRPr lang="zh-TW" altLang="en-US"/>
          </a:p>
        </p:txBody>
      </p:sp>
      <p:sp>
        <p:nvSpPr>
          <p:cNvPr id="6" name="頁尾版面配置區 5">
            <a:extLst>
              <a:ext uri="{FF2B5EF4-FFF2-40B4-BE49-F238E27FC236}">
                <a16:creationId xmlns:a16="http://schemas.microsoft.com/office/drawing/2014/main" id="{C10BAD93-77EA-4588-8EDD-E8053388784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D8E2B18-A0DA-4CBD-87C5-C5F4006E411B}"/>
              </a:ext>
            </a:extLst>
          </p:cNvPr>
          <p:cNvSpPr>
            <a:spLocks noGrp="1"/>
          </p:cNvSpPr>
          <p:nvPr>
            <p:ph type="sldNum" sz="quarter" idx="12"/>
          </p:nvPr>
        </p:nvSpPr>
        <p:spPr/>
        <p:txBody>
          <a:bodyPr/>
          <a:lstStyle/>
          <a:p>
            <a:fld id="{E968F1FF-F6EE-44E1-8BD8-EC60DF14A07D}" type="slidenum">
              <a:rPr lang="zh-TW" altLang="en-US" smtClean="0"/>
              <a:t>‹#›</a:t>
            </a:fld>
            <a:endParaRPr lang="zh-TW" altLang="en-US"/>
          </a:p>
        </p:txBody>
      </p:sp>
    </p:spTree>
    <p:extLst>
      <p:ext uri="{BB962C8B-B14F-4D97-AF65-F5344CB8AC3E}">
        <p14:creationId xmlns:p14="http://schemas.microsoft.com/office/powerpoint/2010/main" val="149591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64A151-8F53-4375-9D63-CB5CCBBDA074}"/>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EBCD6A19-8D34-4B8E-B7F8-5DFC50013CA4}"/>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4F8DCBD-A525-4B5A-AFF9-88E265034799}"/>
              </a:ext>
            </a:extLst>
          </p:cNvPr>
          <p:cNvSpPr>
            <a:spLocks noGrp="1"/>
          </p:cNvSpPr>
          <p:nvPr>
            <p:ph type="dt" sz="half" idx="10"/>
          </p:nvPr>
        </p:nvSpPr>
        <p:spPr/>
        <p:txBody>
          <a:bodyPr/>
          <a:lstStyle/>
          <a:p>
            <a:fld id="{F6C481F7-746F-4453-B59F-89F9CAE746FF}" type="datetimeFigureOut">
              <a:rPr lang="zh-TW" altLang="en-US" smtClean="0"/>
              <a:t>2026/5/28</a:t>
            </a:fld>
            <a:endParaRPr lang="zh-TW" altLang="en-US"/>
          </a:p>
        </p:txBody>
      </p:sp>
      <p:sp>
        <p:nvSpPr>
          <p:cNvPr id="5" name="頁尾版面配置區 4">
            <a:extLst>
              <a:ext uri="{FF2B5EF4-FFF2-40B4-BE49-F238E27FC236}">
                <a16:creationId xmlns:a16="http://schemas.microsoft.com/office/drawing/2014/main" id="{E69DDE27-5A9A-42AB-872B-61ADFA8F0DA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5628983-1351-4039-AFF3-4E62322D489B}"/>
              </a:ext>
            </a:extLst>
          </p:cNvPr>
          <p:cNvSpPr>
            <a:spLocks noGrp="1"/>
          </p:cNvSpPr>
          <p:nvPr>
            <p:ph type="sldNum" sz="quarter" idx="12"/>
          </p:nvPr>
        </p:nvSpPr>
        <p:spPr/>
        <p:txBody>
          <a:bodyPr/>
          <a:lstStyle/>
          <a:p>
            <a:fld id="{E968F1FF-F6EE-44E1-8BD8-EC60DF14A07D}" type="slidenum">
              <a:rPr lang="zh-TW" altLang="en-US" smtClean="0"/>
              <a:t>‹#›</a:t>
            </a:fld>
            <a:endParaRPr lang="zh-TW" altLang="en-US"/>
          </a:p>
        </p:txBody>
      </p:sp>
    </p:spTree>
    <p:extLst>
      <p:ext uri="{BB962C8B-B14F-4D97-AF65-F5344CB8AC3E}">
        <p14:creationId xmlns:p14="http://schemas.microsoft.com/office/powerpoint/2010/main" val="1716796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3C80D833-007B-48F2-94E3-0CC4AF941978}"/>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7A674F96-BEC7-41D9-A6E4-1E52989427A2}"/>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7CF91DD-7BE7-4CE6-85E1-932923E3FA9A}"/>
              </a:ext>
            </a:extLst>
          </p:cNvPr>
          <p:cNvSpPr>
            <a:spLocks noGrp="1"/>
          </p:cNvSpPr>
          <p:nvPr>
            <p:ph type="dt" sz="half" idx="10"/>
          </p:nvPr>
        </p:nvSpPr>
        <p:spPr/>
        <p:txBody>
          <a:bodyPr/>
          <a:lstStyle/>
          <a:p>
            <a:fld id="{F6C481F7-746F-4453-B59F-89F9CAE746FF}" type="datetimeFigureOut">
              <a:rPr lang="zh-TW" altLang="en-US" smtClean="0"/>
              <a:t>2026/5/28</a:t>
            </a:fld>
            <a:endParaRPr lang="zh-TW" altLang="en-US"/>
          </a:p>
        </p:txBody>
      </p:sp>
      <p:sp>
        <p:nvSpPr>
          <p:cNvPr id="5" name="頁尾版面配置區 4">
            <a:extLst>
              <a:ext uri="{FF2B5EF4-FFF2-40B4-BE49-F238E27FC236}">
                <a16:creationId xmlns:a16="http://schemas.microsoft.com/office/drawing/2014/main" id="{A2579E55-79B1-49E8-82CD-E5CBACAAAD7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2E8F546-8FBC-42DE-8CEF-E2D0D65198C1}"/>
              </a:ext>
            </a:extLst>
          </p:cNvPr>
          <p:cNvSpPr>
            <a:spLocks noGrp="1"/>
          </p:cNvSpPr>
          <p:nvPr>
            <p:ph type="sldNum" sz="quarter" idx="12"/>
          </p:nvPr>
        </p:nvSpPr>
        <p:spPr/>
        <p:txBody>
          <a:bodyPr/>
          <a:lstStyle/>
          <a:p>
            <a:fld id="{E968F1FF-F6EE-44E1-8BD8-EC60DF14A07D}" type="slidenum">
              <a:rPr lang="zh-TW" altLang="en-US" smtClean="0"/>
              <a:t>‹#›</a:t>
            </a:fld>
            <a:endParaRPr lang="zh-TW" altLang="en-US"/>
          </a:p>
        </p:txBody>
      </p:sp>
    </p:spTree>
    <p:extLst>
      <p:ext uri="{BB962C8B-B14F-4D97-AF65-F5344CB8AC3E}">
        <p14:creationId xmlns:p14="http://schemas.microsoft.com/office/powerpoint/2010/main" val="3111492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A381FAEE-242C-4DD9-B6D4-523B415457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81DC149-0CDE-4CE1-95FC-748AFC566E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3F2950C-8DF4-4A0F-AC42-4B9C4BAF05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481F7-746F-4453-B59F-89F9CAE746FF}" type="datetimeFigureOut">
              <a:rPr lang="zh-TW" altLang="en-US" smtClean="0"/>
              <a:t>2026/5/28</a:t>
            </a:fld>
            <a:endParaRPr lang="zh-TW" altLang="en-US"/>
          </a:p>
        </p:txBody>
      </p:sp>
      <p:sp>
        <p:nvSpPr>
          <p:cNvPr id="5" name="頁尾版面配置區 4">
            <a:extLst>
              <a:ext uri="{FF2B5EF4-FFF2-40B4-BE49-F238E27FC236}">
                <a16:creationId xmlns:a16="http://schemas.microsoft.com/office/drawing/2014/main" id="{3A9130BD-FD41-4435-B252-8B65AAD15C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31ED69DF-D416-45B0-BA6B-24ED933E80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68F1FF-F6EE-44E1-8BD8-EC60DF14A07D}" type="slidenum">
              <a:rPr lang="zh-TW" altLang="en-US" smtClean="0"/>
              <a:t>‹#›</a:t>
            </a:fld>
            <a:endParaRPr lang="zh-TW" altLang="en-US"/>
          </a:p>
        </p:txBody>
      </p:sp>
    </p:spTree>
    <p:extLst>
      <p:ext uri="{BB962C8B-B14F-4D97-AF65-F5344CB8AC3E}">
        <p14:creationId xmlns:p14="http://schemas.microsoft.com/office/powerpoint/2010/main" val="405407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0.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340.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0.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50.png"/><Relationship Id="rId7" Type="http://schemas.openxmlformats.org/officeDocument/2006/relationships/image" Target="../media/image5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0.png"/></Relationships>
</file>

<file path=ppt/slides/_rels/slide11.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50.png"/><Relationship Id="rId7" Type="http://schemas.openxmlformats.org/officeDocument/2006/relationships/image" Target="../media/image5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0.png"/></Relationships>
</file>

<file path=ppt/slides/_rels/slide12.xml.rels><?xml version="1.0" encoding="UTF-8" standalone="yes"?>
<Relationships xmlns="http://schemas.openxmlformats.org/package/2006/relationships"><Relationship Id="rId3" Type="http://schemas.openxmlformats.org/officeDocument/2006/relationships/image" Target="../media/image550.png"/><Relationship Id="rId7" Type="http://schemas.openxmlformats.org/officeDocument/2006/relationships/image" Target="../media/image5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0.png"/></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v6VJ2RO66Ag" TargetMode="External"/><Relationship Id="rId2" Type="http://schemas.openxmlformats.org/officeDocument/2006/relationships/hyperlink" Target="https://rpubs.com/allan811118/R_programming_08" TargetMode="External"/><Relationship Id="rId1" Type="http://schemas.openxmlformats.org/officeDocument/2006/relationships/slideLayout" Target="../slideLayouts/slideLayout7.xml"/><Relationship Id="rId4" Type="http://schemas.openxmlformats.org/officeDocument/2006/relationships/hyperlink" Target="https://rpubs.com/lhchien/109129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61041D-4645-4DF6-A7F8-CFD828731D2F}"/>
              </a:ext>
            </a:extLst>
          </p:cNvPr>
          <p:cNvSpPr>
            <a:spLocks noGrp="1"/>
          </p:cNvSpPr>
          <p:nvPr>
            <p:ph type="ctrTitle"/>
          </p:nvPr>
        </p:nvSpPr>
        <p:spPr/>
        <p:txBody>
          <a:bodyPr/>
          <a:lstStyle/>
          <a:p>
            <a:r>
              <a:rPr lang="en-US" altLang="zh-TW" dirty="0"/>
              <a:t>Week 14 Random Forest</a:t>
            </a:r>
            <a:endParaRPr lang="zh-TW" altLang="en-US" dirty="0"/>
          </a:p>
        </p:txBody>
      </p:sp>
      <p:sp>
        <p:nvSpPr>
          <p:cNvPr id="3" name="副標題 2">
            <a:extLst>
              <a:ext uri="{FF2B5EF4-FFF2-40B4-BE49-F238E27FC236}">
                <a16:creationId xmlns:a16="http://schemas.microsoft.com/office/drawing/2014/main" id="{A4DE0584-9950-4B51-B923-0AB060E2C9DF}"/>
              </a:ext>
            </a:extLst>
          </p:cNvPr>
          <p:cNvSpPr>
            <a:spLocks noGrp="1"/>
          </p:cNvSpPr>
          <p:nvPr>
            <p:ph type="subTitle" idx="1"/>
          </p:nvPr>
        </p:nvSpPr>
        <p:spPr/>
        <p:txBody>
          <a:bodyPr/>
          <a:lstStyle/>
          <a:p>
            <a:r>
              <a:rPr lang="en-US" altLang="zh-TW" dirty="0"/>
              <a:t>2026.05.28</a:t>
            </a:r>
            <a:endParaRPr lang="zh-TW" altLang="en-US" dirty="0"/>
          </a:p>
        </p:txBody>
      </p:sp>
    </p:spTree>
    <p:extLst>
      <p:ext uri="{BB962C8B-B14F-4D97-AF65-F5344CB8AC3E}">
        <p14:creationId xmlns:p14="http://schemas.microsoft.com/office/powerpoint/2010/main" val="4149274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F3FCC0-604D-5F12-0A51-087E6D9EB314}"/>
              </a:ext>
            </a:extLst>
          </p:cNvPr>
          <p:cNvSpPr>
            <a:spLocks noGrp="1"/>
          </p:cNvSpPr>
          <p:nvPr>
            <p:ph type="title"/>
          </p:nvPr>
        </p:nvSpPr>
        <p:spPr/>
        <p:txBody>
          <a:bodyPr/>
          <a:lstStyle/>
          <a:p>
            <a:r>
              <a:rPr lang="en-US" altLang="zh-TW" dirty="0"/>
              <a:t>Random Forest</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0D4F47CF-3B01-4256-E4FE-F371D75C0A74}"/>
                  </a:ext>
                </a:extLst>
              </p:cNvPr>
              <p:cNvSpPr>
                <a:spLocks noGrp="1"/>
              </p:cNvSpPr>
              <p:nvPr>
                <p:ph idx="1"/>
              </p:nvPr>
            </p:nvSpPr>
            <p:spPr>
              <a:xfrm>
                <a:off x="838200" y="1825625"/>
                <a:ext cx="7159562" cy="4351338"/>
              </a:xfrm>
            </p:spPr>
            <p:txBody>
              <a:bodyPr/>
              <a:lstStyle/>
              <a:p>
                <a:r>
                  <a:rPr lang="en-US" altLang="zh-TW" dirty="0"/>
                  <a:t>Tree model: </a:t>
                </a:r>
                <a14:m>
                  <m:oMath xmlns:m="http://schemas.openxmlformats.org/officeDocument/2006/math">
                    <m:r>
                      <a:rPr lang="en-US" altLang="zh-TW" b="0" i="1" smtClean="0">
                        <a:latin typeface="Cambria Math" panose="02040503050406030204" pitchFamily="18" charset="0"/>
                      </a:rPr>
                      <m:t>𝑓</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a:rPr lang="en-US" altLang="zh-TW" b="0" i="1" smtClean="0">
                            <a:latin typeface="Cambria Math" panose="02040503050406030204" pitchFamily="18" charset="0"/>
                          </a:rPr>
                          <m:t>𝑚</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𝑀</m:t>
                        </m:r>
                      </m:sup>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𝑚</m:t>
                            </m:r>
                          </m:sub>
                        </m:sSub>
                        <m:r>
                          <a:rPr lang="en-US" altLang="zh-TW" b="0" i="1" smtClean="0">
                            <a:latin typeface="Cambria Math" panose="02040503050406030204" pitchFamily="18" charset="0"/>
                          </a:rPr>
                          <m:t>𝐼</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𝑅</m:t>
                                </m:r>
                              </m:e>
                              <m:sub>
                                <m:r>
                                  <a:rPr lang="en-US" altLang="zh-TW" b="0" i="1" smtClean="0">
                                    <a:latin typeface="Cambria Math" panose="02040503050406030204" pitchFamily="18" charset="0"/>
                                  </a:rPr>
                                  <m:t>𝑚</m:t>
                                </m:r>
                              </m:sub>
                            </m:sSub>
                          </m:e>
                        </m:d>
                      </m:e>
                    </m:nary>
                  </m:oMath>
                </a14:m>
                <a:endParaRPr lang="en-US" altLang="zh-TW" dirty="0"/>
              </a:p>
              <a:p>
                <a:endParaRPr lang="en-US" altLang="zh-TW" dirty="0"/>
              </a:p>
              <a:p>
                <a:r>
                  <a:rPr lang="en-US" altLang="zh-TW" dirty="0"/>
                  <a:t>Trees are notoriously noisy (high variance)</a:t>
                </a:r>
              </a:p>
              <a:p>
                <a:endParaRPr lang="en-US" altLang="zh-TW" b="1" dirty="0">
                  <a:solidFill>
                    <a:srgbClr val="00B050"/>
                  </a:solidFill>
                </a:endParaRPr>
              </a:p>
              <a:p>
                <a:r>
                  <a:rPr lang="en-US" altLang="zh-TW" b="1" dirty="0">
                    <a:solidFill>
                      <a:srgbClr val="00B050"/>
                    </a:solidFill>
                  </a:rPr>
                  <a:t>Bagging </a:t>
                </a:r>
                <a:r>
                  <a:rPr lang="en-US" altLang="zh-TW" dirty="0"/>
                  <a:t>(</a:t>
                </a:r>
                <a:r>
                  <a:rPr lang="zh-TW" altLang="en-US" i="0" dirty="0">
                    <a:effectLst/>
                    <a:latin typeface="arial" panose="020B0604020202020204" pitchFamily="34" charset="0"/>
                  </a:rPr>
                  <a:t>裝袋算法</a:t>
                </a:r>
                <a:r>
                  <a:rPr lang="en-US" altLang="zh-TW" i="0" dirty="0">
                    <a:effectLst/>
                    <a:latin typeface="arial" panose="020B0604020202020204" pitchFamily="34" charset="0"/>
                  </a:rPr>
                  <a:t>)</a:t>
                </a:r>
                <a:r>
                  <a:rPr lang="en-US" altLang="zh-TW" b="0" i="0" dirty="0">
                    <a:solidFill>
                      <a:srgbClr val="4D5156"/>
                    </a:solidFill>
                    <a:effectLst/>
                    <a:latin typeface="arial" panose="020B0604020202020204" pitchFamily="34" charset="0"/>
                  </a:rPr>
                  <a:t> </a:t>
                </a:r>
                <a:r>
                  <a:rPr lang="en-US" altLang="zh-TW" b="1" dirty="0">
                    <a:solidFill>
                      <a:srgbClr val="00B050"/>
                    </a:solidFill>
                  </a:rPr>
                  <a:t>or bootstrap aggregation</a:t>
                </a:r>
                <a:r>
                  <a:rPr lang="zh-TW" altLang="en-US" b="1" dirty="0">
                    <a:solidFill>
                      <a:srgbClr val="00B050"/>
                    </a:solidFill>
                  </a:rPr>
                  <a:t> </a:t>
                </a:r>
                <a:r>
                  <a:rPr lang="en-US" altLang="zh-TW" dirty="0"/>
                  <a:t>(</a:t>
                </a:r>
                <a:r>
                  <a:rPr lang="zh-TW" altLang="en-US" dirty="0"/>
                  <a:t>聚合</a:t>
                </a:r>
                <a:r>
                  <a:rPr lang="en-US" altLang="zh-TW" dirty="0"/>
                  <a:t>) is a technique for reducing the variance of an estimated prediction function</a:t>
                </a:r>
                <a:endParaRPr lang="zh-TW" altLang="en-US" dirty="0"/>
              </a:p>
            </p:txBody>
          </p:sp>
        </mc:Choice>
        <mc:Fallback xmlns="">
          <p:sp>
            <p:nvSpPr>
              <p:cNvPr id="3" name="內容版面配置區 2">
                <a:extLst>
                  <a:ext uri="{FF2B5EF4-FFF2-40B4-BE49-F238E27FC236}">
                    <a16:creationId xmlns:a16="http://schemas.microsoft.com/office/drawing/2014/main" id="{0D4F47CF-3B01-4256-E4FE-F371D75C0A74}"/>
                  </a:ext>
                </a:extLst>
              </p:cNvPr>
              <p:cNvSpPr>
                <a:spLocks noGrp="1" noRot="1" noChangeAspect="1" noMove="1" noResize="1" noEditPoints="1" noAdjustHandles="1" noChangeArrowheads="1" noChangeShapeType="1" noTextEdit="1"/>
              </p:cNvSpPr>
              <p:nvPr>
                <p:ph idx="1"/>
              </p:nvPr>
            </p:nvSpPr>
            <p:spPr>
              <a:xfrm>
                <a:off x="838200" y="1825625"/>
                <a:ext cx="7159562" cy="4351338"/>
              </a:xfrm>
              <a:blipFill>
                <a:blip r:embed="rId2"/>
                <a:stretch>
                  <a:fillRect l="-1533" t="-2101" r="-937"/>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09592854-F007-23D1-0731-EC40CDE5806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B32856-0948-4E8A-A91F-94156E823626}"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panose="02020500000000000000" pitchFamily="18" charset="-120"/>
              <a:cs typeface="+mn-cs"/>
            </a:endParaRPr>
          </a:p>
        </p:txBody>
      </p:sp>
      <p:grpSp>
        <p:nvGrpSpPr>
          <p:cNvPr id="46" name="群組 45">
            <a:extLst>
              <a:ext uri="{FF2B5EF4-FFF2-40B4-BE49-F238E27FC236}">
                <a16:creationId xmlns:a16="http://schemas.microsoft.com/office/drawing/2014/main" id="{3AEC405A-5E37-4AE2-1600-3A2C8943C9B1}"/>
              </a:ext>
            </a:extLst>
          </p:cNvPr>
          <p:cNvGrpSpPr/>
          <p:nvPr/>
        </p:nvGrpSpPr>
        <p:grpSpPr>
          <a:xfrm>
            <a:off x="8417653" y="2367690"/>
            <a:ext cx="2731316" cy="2531588"/>
            <a:chOff x="8610600" y="1646238"/>
            <a:chExt cx="1244213" cy="1155608"/>
          </a:xfrm>
        </p:grpSpPr>
        <p:sp>
          <p:nvSpPr>
            <p:cNvPr id="5" name="矩形 4">
              <a:extLst>
                <a:ext uri="{FF2B5EF4-FFF2-40B4-BE49-F238E27FC236}">
                  <a16:creationId xmlns:a16="http://schemas.microsoft.com/office/drawing/2014/main" id="{9496A072-9A37-E508-BB90-334F16390EFF}"/>
                </a:ext>
              </a:extLst>
            </p:cNvPr>
            <p:cNvSpPr/>
            <p:nvPr/>
          </p:nvSpPr>
          <p:spPr>
            <a:xfrm>
              <a:off x="9182186" y="1646238"/>
              <a:ext cx="227852" cy="197632"/>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6" name="直線接點 5">
              <a:extLst>
                <a:ext uri="{FF2B5EF4-FFF2-40B4-BE49-F238E27FC236}">
                  <a16:creationId xmlns:a16="http://schemas.microsoft.com/office/drawing/2014/main" id="{E1BC7FD9-5487-49D7-2B91-51F91E9488D1}"/>
                </a:ext>
              </a:extLst>
            </p:cNvPr>
            <p:cNvCxnSpPr>
              <a:cxnSpLocks/>
            </p:cNvCxnSpPr>
            <p:nvPr/>
          </p:nvCxnSpPr>
          <p:spPr>
            <a:xfrm flipH="1">
              <a:off x="8875823" y="2477921"/>
              <a:ext cx="147" cy="803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線接點 6">
              <a:extLst>
                <a:ext uri="{FF2B5EF4-FFF2-40B4-BE49-F238E27FC236}">
                  <a16:creationId xmlns:a16="http://schemas.microsoft.com/office/drawing/2014/main" id="{33056B47-110A-505E-B475-D406E694FCD2}"/>
                </a:ext>
              </a:extLst>
            </p:cNvPr>
            <p:cNvCxnSpPr>
              <a:cxnSpLocks/>
            </p:cNvCxnSpPr>
            <p:nvPr/>
          </p:nvCxnSpPr>
          <p:spPr>
            <a:xfrm>
              <a:off x="8723859" y="2554627"/>
              <a:ext cx="31057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線接點 7">
              <a:extLst>
                <a:ext uri="{FF2B5EF4-FFF2-40B4-BE49-F238E27FC236}">
                  <a16:creationId xmlns:a16="http://schemas.microsoft.com/office/drawing/2014/main" id="{71EB76E1-5199-913E-ABF9-35AD84B02A43}"/>
                </a:ext>
              </a:extLst>
            </p:cNvPr>
            <p:cNvCxnSpPr>
              <a:cxnSpLocks/>
            </p:cNvCxnSpPr>
            <p:nvPr/>
          </p:nvCxnSpPr>
          <p:spPr>
            <a:xfrm>
              <a:off x="8723859" y="2549863"/>
              <a:ext cx="0" cy="627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接點 8">
              <a:extLst>
                <a:ext uri="{FF2B5EF4-FFF2-40B4-BE49-F238E27FC236}">
                  <a16:creationId xmlns:a16="http://schemas.microsoft.com/office/drawing/2014/main" id="{BBCD9DEC-DA5C-39AB-4485-5F97B0F6EA04}"/>
                </a:ext>
              </a:extLst>
            </p:cNvPr>
            <p:cNvCxnSpPr>
              <a:cxnSpLocks/>
            </p:cNvCxnSpPr>
            <p:nvPr/>
          </p:nvCxnSpPr>
          <p:spPr>
            <a:xfrm>
              <a:off x="9021371" y="2544538"/>
              <a:ext cx="0" cy="6172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1C72312B-7A62-85F6-BCB0-C0926C8ED43E}"/>
                </a:ext>
              </a:extLst>
            </p:cNvPr>
            <p:cNvSpPr/>
            <p:nvPr/>
          </p:nvSpPr>
          <p:spPr>
            <a:xfrm>
              <a:off x="8610600" y="2609539"/>
              <a:ext cx="226518" cy="186666"/>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矩形 10">
              <a:extLst>
                <a:ext uri="{FF2B5EF4-FFF2-40B4-BE49-F238E27FC236}">
                  <a16:creationId xmlns:a16="http://schemas.microsoft.com/office/drawing/2014/main" id="{8A50259B-8D21-AF65-C691-7CDB5EE68A58}"/>
                </a:ext>
              </a:extLst>
            </p:cNvPr>
            <p:cNvSpPr/>
            <p:nvPr/>
          </p:nvSpPr>
          <p:spPr>
            <a:xfrm>
              <a:off x="8910967" y="2604214"/>
              <a:ext cx="227852" cy="197632"/>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2" name="直線接點 11">
              <a:extLst>
                <a:ext uri="{FF2B5EF4-FFF2-40B4-BE49-F238E27FC236}">
                  <a16:creationId xmlns:a16="http://schemas.microsoft.com/office/drawing/2014/main" id="{818E5464-46BC-FE49-AC8A-1B712E1318DF}"/>
                </a:ext>
              </a:extLst>
            </p:cNvPr>
            <p:cNvCxnSpPr>
              <a:cxnSpLocks/>
            </p:cNvCxnSpPr>
            <p:nvPr/>
          </p:nvCxnSpPr>
          <p:spPr>
            <a:xfrm flipH="1">
              <a:off x="9313699" y="1852531"/>
              <a:ext cx="147" cy="803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接點 12">
              <a:extLst>
                <a:ext uri="{FF2B5EF4-FFF2-40B4-BE49-F238E27FC236}">
                  <a16:creationId xmlns:a16="http://schemas.microsoft.com/office/drawing/2014/main" id="{EEB58748-8C17-E229-55A1-100086026002}"/>
                </a:ext>
              </a:extLst>
            </p:cNvPr>
            <p:cNvCxnSpPr>
              <a:cxnSpLocks/>
            </p:cNvCxnSpPr>
            <p:nvPr/>
          </p:nvCxnSpPr>
          <p:spPr>
            <a:xfrm>
              <a:off x="9047429" y="1929237"/>
              <a:ext cx="51997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接點 13">
              <a:extLst>
                <a:ext uri="{FF2B5EF4-FFF2-40B4-BE49-F238E27FC236}">
                  <a16:creationId xmlns:a16="http://schemas.microsoft.com/office/drawing/2014/main" id="{0FBA0F66-CA5A-5183-F01D-23CE9F8D8D0D}"/>
                </a:ext>
              </a:extLst>
            </p:cNvPr>
            <p:cNvCxnSpPr>
              <a:cxnSpLocks/>
            </p:cNvCxnSpPr>
            <p:nvPr/>
          </p:nvCxnSpPr>
          <p:spPr>
            <a:xfrm>
              <a:off x="9048476" y="1929237"/>
              <a:ext cx="0" cy="627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接點 14">
              <a:extLst>
                <a:ext uri="{FF2B5EF4-FFF2-40B4-BE49-F238E27FC236}">
                  <a16:creationId xmlns:a16="http://schemas.microsoft.com/office/drawing/2014/main" id="{F5066D73-7E0A-017B-807E-0C1B92AA7C49}"/>
                </a:ext>
              </a:extLst>
            </p:cNvPr>
            <p:cNvCxnSpPr>
              <a:cxnSpLocks/>
            </p:cNvCxnSpPr>
            <p:nvPr/>
          </p:nvCxnSpPr>
          <p:spPr>
            <a:xfrm>
              <a:off x="9562325" y="1929237"/>
              <a:ext cx="0" cy="6172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94536F92-CA63-36DD-E872-34EED4229DEF}"/>
                </a:ext>
              </a:extLst>
            </p:cNvPr>
            <p:cNvSpPr/>
            <p:nvPr/>
          </p:nvSpPr>
          <p:spPr>
            <a:xfrm>
              <a:off x="8935217" y="1988913"/>
              <a:ext cx="226518" cy="186666"/>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矩形 16">
              <a:extLst>
                <a:ext uri="{FF2B5EF4-FFF2-40B4-BE49-F238E27FC236}">
                  <a16:creationId xmlns:a16="http://schemas.microsoft.com/office/drawing/2014/main" id="{AE7793B9-CDDB-8FA1-69D4-01F625B046DE}"/>
                </a:ext>
              </a:extLst>
            </p:cNvPr>
            <p:cNvSpPr/>
            <p:nvPr/>
          </p:nvSpPr>
          <p:spPr>
            <a:xfrm>
              <a:off x="9451921" y="1988913"/>
              <a:ext cx="227852" cy="197632"/>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8" name="直線接點 17">
              <a:extLst>
                <a:ext uri="{FF2B5EF4-FFF2-40B4-BE49-F238E27FC236}">
                  <a16:creationId xmlns:a16="http://schemas.microsoft.com/office/drawing/2014/main" id="{0DFDD1CD-941E-6932-31F8-67A9332011F5}"/>
                </a:ext>
              </a:extLst>
            </p:cNvPr>
            <p:cNvCxnSpPr>
              <a:cxnSpLocks/>
            </p:cNvCxnSpPr>
            <p:nvPr/>
          </p:nvCxnSpPr>
          <p:spPr>
            <a:xfrm flipH="1">
              <a:off x="9042904" y="2171312"/>
              <a:ext cx="147" cy="803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52A877EA-ACFA-2AE0-7FAD-8608EF652511}"/>
                </a:ext>
              </a:extLst>
            </p:cNvPr>
            <p:cNvCxnSpPr>
              <a:cxnSpLocks/>
            </p:cNvCxnSpPr>
            <p:nvPr/>
          </p:nvCxnSpPr>
          <p:spPr>
            <a:xfrm>
              <a:off x="8890940" y="2248018"/>
              <a:ext cx="31057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2F3C44C2-8F0D-D5CE-65BA-9C5AD44060A3}"/>
                </a:ext>
              </a:extLst>
            </p:cNvPr>
            <p:cNvCxnSpPr>
              <a:cxnSpLocks/>
            </p:cNvCxnSpPr>
            <p:nvPr/>
          </p:nvCxnSpPr>
          <p:spPr>
            <a:xfrm>
              <a:off x="8890940" y="2243254"/>
              <a:ext cx="0" cy="627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2AAF1088-BC70-B138-6C12-386DBD47BDDA}"/>
                </a:ext>
              </a:extLst>
            </p:cNvPr>
            <p:cNvCxnSpPr>
              <a:cxnSpLocks/>
            </p:cNvCxnSpPr>
            <p:nvPr/>
          </p:nvCxnSpPr>
          <p:spPr>
            <a:xfrm>
              <a:off x="9188452" y="2237929"/>
              <a:ext cx="0" cy="6172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22075B86-E839-CD63-7F7B-A1EAFEEC7FFE}"/>
                </a:ext>
              </a:extLst>
            </p:cNvPr>
            <p:cNvSpPr/>
            <p:nvPr/>
          </p:nvSpPr>
          <p:spPr>
            <a:xfrm>
              <a:off x="8777681" y="2302930"/>
              <a:ext cx="226518" cy="186666"/>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矩形 22">
              <a:extLst>
                <a:ext uri="{FF2B5EF4-FFF2-40B4-BE49-F238E27FC236}">
                  <a16:creationId xmlns:a16="http://schemas.microsoft.com/office/drawing/2014/main" id="{836F9E20-37FF-18B5-4CC0-C79B56492A77}"/>
                </a:ext>
              </a:extLst>
            </p:cNvPr>
            <p:cNvSpPr/>
            <p:nvPr/>
          </p:nvSpPr>
          <p:spPr>
            <a:xfrm>
              <a:off x="9078048" y="2297605"/>
              <a:ext cx="227852" cy="197632"/>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4" name="直線接點 23">
              <a:extLst>
                <a:ext uri="{FF2B5EF4-FFF2-40B4-BE49-F238E27FC236}">
                  <a16:creationId xmlns:a16="http://schemas.microsoft.com/office/drawing/2014/main" id="{D49DBA73-8411-EB5D-27B2-388A23443AD1}"/>
                </a:ext>
              </a:extLst>
            </p:cNvPr>
            <p:cNvCxnSpPr>
              <a:cxnSpLocks/>
            </p:cNvCxnSpPr>
            <p:nvPr/>
          </p:nvCxnSpPr>
          <p:spPr>
            <a:xfrm flipH="1">
              <a:off x="9591817" y="2178825"/>
              <a:ext cx="147" cy="803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44E98F6A-E1CD-2F92-3740-8BD8134B5247}"/>
                </a:ext>
              </a:extLst>
            </p:cNvPr>
            <p:cNvCxnSpPr>
              <a:cxnSpLocks/>
            </p:cNvCxnSpPr>
            <p:nvPr/>
          </p:nvCxnSpPr>
          <p:spPr>
            <a:xfrm>
              <a:off x="9439853" y="2255531"/>
              <a:ext cx="31057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C76A75CA-FA4E-D2C6-166F-7A6E2F59EC3E}"/>
                </a:ext>
              </a:extLst>
            </p:cNvPr>
            <p:cNvCxnSpPr>
              <a:cxnSpLocks/>
            </p:cNvCxnSpPr>
            <p:nvPr/>
          </p:nvCxnSpPr>
          <p:spPr>
            <a:xfrm>
              <a:off x="9439853" y="2250767"/>
              <a:ext cx="0" cy="627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78C28580-6305-9681-E032-59965DACC168}"/>
                </a:ext>
              </a:extLst>
            </p:cNvPr>
            <p:cNvCxnSpPr>
              <a:cxnSpLocks/>
            </p:cNvCxnSpPr>
            <p:nvPr/>
          </p:nvCxnSpPr>
          <p:spPr>
            <a:xfrm>
              <a:off x="9737365" y="2245442"/>
              <a:ext cx="0" cy="6172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559E3800-64E4-7CBD-E8B6-5E1D259C7307}"/>
                </a:ext>
              </a:extLst>
            </p:cNvPr>
            <p:cNvSpPr/>
            <p:nvPr/>
          </p:nvSpPr>
          <p:spPr>
            <a:xfrm>
              <a:off x="9326594" y="2310443"/>
              <a:ext cx="226518" cy="186666"/>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9" name="矩形 28">
              <a:extLst>
                <a:ext uri="{FF2B5EF4-FFF2-40B4-BE49-F238E27FC236}">
                  <a16:creationId xmlns:a16="http://schemas.microsoft.com/office/drawing/2014/main" id="{840812B2-0DDA-E515-7839-0590D03A61C1}"/>
                </a:ext>
              </a:extLst>
            </p:cNvPr>
            <p:cNvSpPr/>
            <p:nvPr/>
          </p:nvSpPr>
          <p:spPr>
            <a:xfrm>
              <a:off x="9626961" y="2305118"/>
              <a:ext cx="227852" cy="197632"/>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A1029192-6061-1E18-ACD5-F9F680B255A5}"/>
                  </a:ext>
                </a:extLst>
              </p:cNvPr>
              <p:cNvSpPr txBox="1"/>
              <p:nvPr/>
            </p:nvSpPr>
            <p:spPr>
              <a:xfrm>
                <a:off x="8513023" y="4884696"/>
                <a:ext cx="35862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𝑅</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48" name="文字方塊 47">
                <a:extLst>
                  <a:ext uri="{FF2B5EF4-FFF2-40B4-BE49-F238E27FC236}">
                    <a16:creationId xmlns:a16="http://schemas.microsoft.com/office/drawing/2014/main" id="{A1029192-6061-1E18-ACD5-F9F680B255A5}"/>
                  </a:ext>
                </a:extLst>
              </p:cNvPr>
              <p:cNvSpPr txBox="1">
                <a:spLocks noRot="1" noChangeAspect="1" noMove="1" noResize="1" noEditPoints="1" noAdjustHandles="1" noChangeArrowheads="1" noChangeShapeType="1" noTextEdit="1"/>
              </p:cNvSpPr>
              <p:nvPr/>
            </p:nvSpPr>
            <p:spPr>
              <a:xfrm>
                <a:off x="8513023" y="4884696"/>
                <a:ext cx="358629" cy="369332"/>
              </a:xfrm>
              <a:prstGeom prst="rect">
                <a:avLst/>
              </a:prstGeom>
              <a:blipFill>
                <a:blip r:embed="rId3"/>
                <a:stretch>
                  <a:fillRect r="-678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8AD8FFBD-A56E-463D-439A-3D5CEF1340DC}"/>
                  </a:ext>
                </a:extLst>
              </p:cNvPr>
              <p:cNvSpPr txBox="1"/>
              <p:nvPr/>
            </p:nvSpPr>
            <p:spPr>
              <a:xfrm>
                <a:off x="9123721" y="4884292"/>
                <a:ext cx="35862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𝑅</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0" name="文字方塊 49">
                <a:extLst>
                  <a:ext uri="{FF2B5EF4-FFF2-40B4-BE49-F238E27FC236}">
                    <a16:creationId xmlns:a16="http://schemas.microsoft.com/office/drawing/2014/main" id="{8AD8FFBD-A56E-463D-439A-3D5CEF1340DC}"/>
                  </a:ext>
                </a:extLst>
              </p:cNvPr>
              <p:cNvSpPr txBox="1">
                <a:spLocks noRot="1" noChangeAspect="1" noMove="1" noResize="1" noEditPoints="1" noAdjustHandles="1" noChangeArrowheads="1" noChangeShapeType="1" noTextEdit="1"/>
              </p:cNvSpPr>
              <p:nvPr/>
            </p:nvSpPr>
            <p:spPr>
              <a:xfrm>
                <a:off x="9123721" y="4884292"/>
                <a:ext cx="358629" cy="369332"/>
              </a:xfrm>
              <a:prstGeom prst="rect">
                <a:avLst/>
              </a:prstGeom>
              <a:blipFill>
                <a:blip r:embed="rId4"/>
                <a:stretch>
                  <a:fillRect r="-678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9E8F5299-B123-5CB3-8F0F-23F8D7C30152}"/>
                  </a:ext>
                </a:extLst>
              </p:cNvPr>
              <p:cNvSpPr txBox="1"/>
              <p:nvPr/>
            </p:nvSpPr>
            <p:spPr>
              <a:xfrm>
                <a:off x="9478950" y="4169220"/>
                <a:ext cx="35862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𝑅</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1" name="文字方塊 50">
                <a:extLst>
                  <a:ext uri="{FF2B5EF4-FFF2-40B4-BE49-F238E27FC236}">
                    <a16:creationId xmlns:a16="http://schemas.microsoft.com/office/drawing/2014/main" id="{9E8F5299-B123-5CB3-8F0F-23F8D7C30152}"/>
                  </a:ext>
                </a:extLst>
              </p:cNvPr>
              <p:cNvSpPr txBox="1">
                <a:spLocks noRot="1" noChangeAspect="1" noMove="1" noResize="1" noEditPoints="1" noAdjustHandles="1" noChangeArrowheads="1" noChangeShapeType="1" noTextEdit="1"/>
              </p:cNvSpPr>
              <p:nvPr/>
            </p:nvSpPr>
            <p:spPr>
              <a:xfrm>
                <a:off x="9478950" y="4169220"/>
                <a:ext cx="358629" cy="369332"/>
              </a:xfrm>
              <a:prstGeom prst="rect">
                <a:avLst/>
              </a:prstGeom>
              <a:blipFill>
                <a:blip r:embed="rId5"/>
                <a:stretch>
                  <a:fillRect r="-678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F1437AA6-B1F3-A5F2-8E74-C91C956C628C}"/>
                  </a:ext>
                </a:extLst>
              </p:cNvPr>
              <p:cNvSpPr txBox="1"/>
              <p:nvPr/>
            </p:nvSpPr>
            <p:spPr>
              <a:xfrm>
                <a:off x="10050994" y="4172878"/>
                <a:ext cx="35862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𝑅</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2" name="文字方塊 51">
                <a:extLst>
                  <a:ext uri="{FF2B5EF4-FFF2-40B4-BE49-F238E27FC236}">
                    <a16:creationId xmlns:a16="http://schemas.microsoft.com/office/drawing/2014/main" id="{F1437AA6-B1F3-A5F2-8E74-C91C956C628C}"/>
                  </a:ext>
                </a:extLst>
              </p:cNvPr>
              <p:cNvSpPr txBox="1">
                <a:spLocks noRot="1" noChangeAspect="1" noMove="1" noResize="1" noEditPoints="1" noAdjustHandles="1" noChangeArrowheads="1" noChangeShapeType="1" noTextEdit="1"/>
              </p:cNvSpPr>
              <p:nvPr/>
            </p:nvSpPr>
            <p:spPr>
              <a:xfrm>
                <a:off x="10050994" y="4172878"/>
                <a:ext cx="358629" cy="369332"/>
              </a:xfrm>
              <a:prstGeom prst="rect">
                <a:avLst/>
              </a:prstGeom>
              <a:blipFill>
                <a:blip r:embed="rId6"/>
                <a:stretch>
                  <a:fillRect r="-678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87F91FEB-6A82-4E44-FA11-56A004338DB5}"/>
                  </a:ext>
                </a:extLst>
              </p:cNvPr>
              <p:cNvSpPr txBox="1"/>
              <p:nvPr/>
            </p:nvSpPr>
            <p:spPr>
              <a:xfrm>
                <a:off x="10642378" y="4189656"/>
                <a:ext cx="35862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𝑅</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3" name="文字方塊 52">
                <a:extLst>
                  <a:ext uri="{FF2B5EF4-FFF2-40B4-BE49-F238E27FC236}">
                    <a16:creationId xmlns:a16="http://schemas.microsoft.com/office/drawing/2014/main" id="{87F91FEB-6A82-4E44-FA11-56A004338DB5}"/>
                  </a:ext>
                </a:extLst>
              </p:cNvPr>
              <p:cNvSpPr txBox="1">
                <a:spLocks noRot="1" noChangeAspect="1" noMove="1" noResize="1" noEditPoints="1" noAdjustHandles="1" noChangeArrowheads="1" noChangeShapeType="1" noTextEdit="1"/>
              </p:cNvSpPr>
              <p:nvPr/>
            </p:nvSpPr>
            <p:spPr>
              <a:xfrm>
                <a:off x="10642378" y="4189656"/>
                <a:ext cx="358629" cy="369332"/>
              </a:xfrm>
              <a:prstGeom prst="rect">
                <a:avLst/>
              </a:prstGeom>
              <a:blipFill>
                <a:blip r:embed="rId7"/>
                <a:stretch>
                  <a:fillRect r="-847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E876975D-6809-615B-8177-DF8046086782}"/>
                  </a:ext>
                </a:extLst>
              </p:cNvPr>
              <p:cNvSpPr txBox="1"/>
              <p:nvPr/>
            </p:nvSpPr>
            <p:spPr>
              <a:xfrm>
                <a:off x="8504979" y="4466326"/>
                <a:ext cx="35862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𝑐</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5" name="文字方塊 54">
                <a:extLst>
                  <a:ext uri="{FF2B5EF4-FFF2-40B4-BE49-F238E27FC236}">
                    <a16:creationId xmlns:a16="http://schemas.microsoft.com/office/drawing/2014/main" id="{E876975D-6809-615B-8177-DF8046086782}"/>
                  </a:ext>
                </a:extLst>
              </p:cNvPr>
              <p:cNvSpPr txBox="1">
                <a:spLocks noRot="1" noChangeAspect="1" noMove="1" noResize="1" noEditPoints="1" noAdjustHandles="1" noChangeArrowheads="1" noChangeShapeType="1" noTextEdit="1"/>
              </p:cNvSpPr>
              <p:nvPr/>
            </p:nvSpPr>
            <p:spPr>
              <a:xfrm>
                <a:off x="8504979" y="4466326"/>
                <a:ext cx="358629" cy="369332"/>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52B72B2F-ACEE-FAFC-B92D-1AFC7759FB89}"/>
                  </a:ext>
                </a:extLst>
              </p:cNvPr>
              <p:cNvSpPr txBox="1"/>
              <p:nvPr/>
            </p:nvSpPr>
            <p:spPr>
              <a:xfrm>
                <a:off x="9154241" y="4484712"/>
                <a:ext cx="35862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𝑐</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6" name="文字方塊 55">
                <a:extLst>
                  <a:ext uri="{FF2B5EF4-FFF2-40B4-BE49-F238E27FC236}">
                    <a16:creationId xmlns:a16="http://schemas.microsoft.com/office/drawing/2014/main" id="{52B72B2F-ACEE-FAFC-B92D-1AFC7759FB89}"/>
                  </a:ext>
                </a:extLst>
              </p:cNvPr>
              <p:cNvSpPr txBox="1">
                <a:spLocks noRot="1" noChangeAspect="1" noMove="1" noResize="1" noEditPoints="1" noAdjustHandles="1" noChangeArrowheads="1" noChangeShapeType="1" noTextEdit="1"/>
              </p:cNvSpPr>
              <p:nvPr/>
            </p:nvSpPr>
            <p:spPr>
              <a:xfrm>
                <a:off x="9154241" y="4484712"/>
                <a:ext cx="358629" cy="369332"/>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7" name="文字方塊 56">
                <a:extLst>
                  <a:ext uri="{FF2B5EF4-FFF2-40B4-BE49-F238E27FC236}">
                    <a16:creationId xmlns:a16="http://schemas.microsoft.com/office/drawing/2014/main" id="{AF069A99-EEC7-C618-D3A3-B7060B330981}"/>
                  </a:ext>
                </a:extLst>
              </p:cNvPr>
              <p:cNvSpPr txBox="1"/>
              <p:nvPr/>
            </p:nvSpPr>
            <p:spPr>
              <a:xfrm>
                <a:off x="9504687" y="3829483"/>
                <a:ext cx="35862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𝑐</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7" name="文字方塊 56">
                <a:extLst>
                  <a:ext uri="{FF2B5EF4-FFF2-40B4-BE49-F238E27FC236}">
                    <a16:creationId xmlns:a16="http://schemas.microsoft.com/office/drawing/2014/main" id="{AF069A99-EEC7-C618-D3A3-B7060B330981}"/>
                  </a:ext>
                </a:extLst>
              </p:cNvPr>
              <p:cNvSpPr txBox="1">
                <a:spLocks noRot="1" noChangeAspect="1" noMove="1" noResize="1" noEditPoints="1" noAdjustHandles="1" noChangeArrowheads="1" noChangeShapeType="1" noTextEdit="1"/>
              </p:cNvSpPr>
              <p:nvPr/>
            </p:nvSpPr>
            <p:spPr>
              <a:xfrm>
                <a:off x="9504687" y="3829483"/>
                <a:ext cx="358629" cy="369332"/>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8" name="文字方塊 57">
                <a:extLst>
                  <a:ext uri="{FF2B5EF4-FFF2-40B4-BE49-F238E27FC236}">
                    <a16:creationId xmlns:a16="http://schemas.microsoft.com/office/drawing/2014/main" id="{7D599AC1-0BD0-E8A1-23F7-5A7322A017B3}"/>
                  </a:ext>
                </a:extLst>
              </p:cNvPr>
              <p:cNvSpPr txBox="1"/>
              <p:nvPr/>
            </p:nvSpPr>
            <p:spPr>
              <a:xfrm>
                <a:off x="10033703" y="3830334"/>
                <a:ext cx="35862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𝑐</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8" name="文字方塊 57">
                <a:extLst>
                  <a:ext uri="{FF2B5EF4-FFF2-40B4-BE49-F238E27FC236}">
                    <a16:creationId xmlns:a16="http://schemas.microsoft.com/office/drawing/2014/main" id="{7D599AC1-0BD0-E8A1-23F7-5A7322A017B3}"/>
                  </a:ext>
                </a:extLst>
              </p:cNvPr>
              <p:cNvSpPr txBox="1">
                <a:spLocks noRot="1" noChangeAspect="1" noMove="1" noResize="1" noEditPoints="1" noAdjustHandles="1" noChangeArrowheads="1" noChangeShapeType="1" noTextEdit="1"/>
              </p:cNvSpPr>
              <p:nvPr/>
            </p:nvSpPr>
            <p:spPr>
              <a:xfrm>
                <a:off x="10033703" y="3830334"/>
                <a:ext cx="358629" cy="369332"/>
              </a:xfrm>
              <a:prstGeom prst="rect">
                <a:avLst/>
              </a:prstGeom>
              <a:blipFill>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9" name="文字方塊 58">
                <a:extLst>
                  <a:ext uri="{FF2B5EF4-FFF2-40B4-BE49-F238E27FC236}">
                    <a16:creationId xmlns:a16="http://schemas.microsoft.com/office/drawing/2014/main" id="{8B9815F8-DBE7-EEF9-2B53-505F3FBF1DBC}"/>
                  </a:ext>
                </a:extLst>
              </p:cNvPr>
              <p:cNvSpPr txBox="1"/>
              <p:nvPr/>
            </p:nvSpPr>
            <p:spPr>
              <a:xfrm>
                <a:off x="10722770" y="3805167"/>
                <a:ext cx="35862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𝑐</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9" name="文字方塊 58">
                <a:extLst>
                  <a:ext uri="{FF2B5EF4-FFF2-40B4-BE49-F238E27FC236}">
                    <a16:creationId xmlns:a16="http://schemas.microsoft.com/office/drawing/2014/main" id="{8B9815F8-DBE7-EEF9-2B53-505F3FBF1DBC}"/>
                  </a:ext>
                </a:extLst>
              </p:cNvPr>
              <p:cNvSpPr txBox="1">
                <a:spLocks noRot="1" noChangeAspect="1" noMove="1" noResize="1" noEditPoints="1" noAdjustHandles="1" noChangeArrowheads="1" noChangeShapeType="1" noTextEdit="1"/>
              </p:cNvSpPr>
              <p:nvPr/>
            </p:nvSpPr>
            <p:spPr>
              <a:xfrm>
                <a:off x="10722770" y="3805167"/>
                <a:ext cx="358629" cy="369332"/>
              </a:xfrm>
              <a:prstGeom prst="rect">
                <a:avLst/>
              </a:prstGeom>
              <a:blipFill>
                <a:blip r:embed="rId12"/>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80356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72E2BD9-31C8-CCEF-1655-951BEA293F07}"/>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42B32856-0948-4E8A-A91F-94156E823626}" type="slidenum">
              <a:rPr kumimoji="0" lang="en-US" altLang="zh-TW"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600"/>
                </a:spcAft>
                <a:buClrTx/>
                <a:buSzTx/>
                <a:buFontTx/>
                <a:buNone/>
                <a:tabLst/>
                <a:defRPr/>
              </a:pPr>
              <a:t>3</a:t>
            </a:fld>
            <a:endParaRPr kumimoji="0" lang="en-US" altLang="zh-TW" sz="1200" b="0" i="0" u="none" strike="noStrike" kern="1200" cap="none" spc="0" normalizeH="0" baseline="0" noProof="0">
              <a:ln>
                <a:noFill/>
              </a:ln>
              <a:solidFill>
                <a:prstClr val="black">
                  <a:tint val="75000"/>
                </a:prstClr>
              </a:solidFill>
              <a:effectLst/>
              <a:uLnTx/>
              <a:uFillTx/>
              <a:latin typeface="Calibri" panose="020F0502020204030204"/>
              <a:ea typeface="新細明體" panose="02020500000000000000" pitchFamily="18" charset="-120"/>
              <a:cs typeface="+mn-cs"/>
            </a:endParaRPr>
          </a:p>
        </p:txBody>
      </p:sp>
      <p:graphicFrame>
        <p:nvGraphicFramePr>
          <p:cNvPr id="6" name="表格 5">
            <a:extLst>
              <a:ext uri="{FF2B5EF4-FFF2-40B4-BE49-F238E27FC236}">
                <a16:creationId xmlns:a16="http://schemas.microsoft.com/office/drawing/2014/main" id="{4B08C42D-463F-4455-6DB8-16542E3BD80B}"/>
              </a:ext>
            </a:extLst>
          </p:cNvPr>
          <p:cNvGraphicFramePr>
            <a:graphicFrameLocks noGrp="1"/>
          </p:cNvGraphicFramePr>
          <p:nvPr/>
        </p:nvGraphicFramePr>
        <p:xfrm>
          <a:off x="1170369" y="1034779"/>
          <a:ext cx="3175044"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329525294"/>
                    </a:ext>
                  </a:extLst>
                </a:gridCol>
                <a:gridCol w="500162">
                  <a:extLst>
                    <a:ext uri="{9D8B030D-6E8A-4147-A177-3AD203B41FA5}">
                      <a16:colId xmlns:a16="http://schemas.microsoft.com/office/drawing/2014/main" val="2311156111"/>
                    </a:ext>
                  </a:extLst>
                </a:gridCol>
                <a:gridCol w="500162">
                  <a:extLst>
                    <a:ext uri="{9D8B030D-6E8A-4147-A177-3AD203B41FA5}">
                      <a16:colId xmlns:a16="http://schemas.microsoft.com/office/drawing/2014/main" val="389369975"/>
                    </a:ext>
                  </a:extLst>
                </a:gridCol>
                <a:gridCol w="500162">
                  <a:extLst>
                    <a:ext uri="{9D8B030D-6E8A-4147-A177-3AD203B41FA5}">
                      <a16:colId xmlns:a16="http://schemas.microsoft.com/office/drawing/2014/main" val="685516627"/>
                    </a:ext>
                  </a:extLst>
                </a:gridCol>
                <a:gridCol w="500162">
                  <a:extLst>
                    <a:ext uri="{9D8B030D-6E8A-4147-A177-3AD203B41FA5}">
                      <a16:colId xmlns:a16="http://schemas.microsoft.com/office/drawing/2014/main" val="3302133284"/>
                    </a:ext>
                  </a:extLst>
                </a:gridCol>
                <a:gridCol w="500162">
                  <a:extLst>
                    <a:ext uri="{9D8B030D-6E8A-4147-A177-3AD203B41FA5}">
                      <a16:colId xmlns:a16="http://schemas.microsoft.com/office/drawing/2014/main" val="2262452492"/>
                    </a:ext>
                  </a:extLst>
                </a:gridCol>
                <a:gridCol w="312484">
                  <a:extLst>
                    <a:ext uri="{9D8B030D-6E8A-4147-A177-3AD203B41FA5}">
                      <a16:colId xmlns:a16="http://schemas.microsoft.com/office/drawing/2014/main" val="573247844"/>
                    </a:ext>
                  </a:extLst>
                </a:gridCol>
              </a:tblGrid>
              <a:tr h="370166">
                <a:tc>
                  <a:txBody>
                    <a:bodyPr/>
                    <a:lstStyle/>
                    <a:p>
                      <a:pPr algn="ctr" fontAlgn="ctr"/>
                      <a:r>
                        <a:rPr lang="en-US" sz="2000" u="none" strike="noStrike">
                          <a:effectLst/>
                        </a:rPr>
                        <a:t>id</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x0</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x1</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x2</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x3</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x4</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y</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1631454253"/>
                  </a:ext>
                </a:extLst>
              </a:tr>
              <a:tr h="370166">
                <a:tc>
                  <a:txBody>
                    <a:bodyPr/>
                    <a:lstStyle/>
                    <a:p>
                      <a:pPr algn="ctr" fontAlgn="ctr"/>
                      <a:r>
                        <a:rPr lang="en-US" altLang="zh-TW" sz="2000" u="none" strike="noStrike">
                          <a:effectLst/>
                        </a:rPr>
                        <a:t>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4.3</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4.1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4.7</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2662923688"/>
                  </a:ext>
                </a:extLst>
              </a:tr>
              <a:tr h="370166">
                <a:tc>
                  <a:txBody>
                    <a:bodyPr/>
                    <a:lstStyle/>
                    <a:p>
                      <a:pPr algn="ctr" fontAlgn="ctr"/>
                      <a:r>
                        <a:rPr lang="en-US" altLang="zh-TW" sz="2000" u="none" strike="noStrike">
                          <a:effectLst/>
                        </a:rPr>
                        <a:t>2</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3.9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320343777"/>
                  </a:ext>
                </a:extLst>
              </a:tr>
              <a:tr h="370166">
                <a:tc>
                  <a:txBody>
                    <a:bodyPr/>
                    <a:lstStyle/>
                    <a:p>
                      <a:pPr algn="ctr" fontAlgn="ctr"/>
                      <a:r>
                        <a:rPr lang="en-US" altLang="zh-TW" sz="2000" u="none" strike="noStrike">
                          <a:effectLst/>
                        </a:rPr>
                        <a:t>3</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2.7</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4.8</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4.1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5.6</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725766181"/>
                  </a:ext>
                </a:extLst>
              </a:tr>
              <a:tr h="370166">
                <a:tc>
                  <a:txBody>
                    <a:bodyPr/>
                    <a:lstStyle/>
                    <a:p>
                      <a:pPr algn="ctr" fontAlgn="ctr"/>
                      <a:r>
                        <a:rPr lang="en-US" altLang="zh-TW" sz="2000" u="none" strike="noStrike">
                          <a:effectLst/>
                        </a:rPr>
                        <a:t>4</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6.6</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4.4</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3.9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1592671689"/>
                  </a:ext>
                </a:extLst>
              </a:tr>
              <a:tr h="370166">
                <a:tc>
                  <a:txBody>
                    <a:bodyPr/>
                    <a:lstStyle/>
                    <a:p>
                      <a:pPr algn="ctr" fontAlgn="ctr"/>
                      <a:r>
                        <a:rPr lang="en-US" altLang="zh-TW" sz="2000" u="none" strike="noStrike">
                          <a:effectLst/>
                        </a:rPr>
                        <a:t>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2.9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4.7</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4.6</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4264279061"/>
                  </a:ext>
                </a:extLst>
              </a:tr>
              <a:tr h="370166">
                <a:tc>
                  <a:txBody>
                    <a:bodyPr/>
                    <a:lstStyle/>
                    <a:p>
                      <a:pPr algn="ctr" fontAlgn="ctr"/>
                      <a:r>
                        <a:rPr lang="en-US" altLang="zh-TW" sz="2000" u="none" strike="noStrike">
                          <a:effectLst/>
                        </a:rPr>
                        <a:t>6</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2.7</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6.7</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4.2</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5.3</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4.8</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1930110125"/>
                  </a:ext>
                </a:extLst>
              </a:tr>
            </a:tbl>
          </a:graphicData>
        </a:graphic>
      </p:graphicFrame>
      <p:graphicFrame>
        <p:nvGraphicFramePr>
          <p:cNvPr id="8" name="表格 7">
            <a:extLst>
              <a:ext uri="{FF2B5EF4-FFF2-40B4-BE49-F238E27FC236}">
                <a16:creationId xmlns:a16="http://schemas.microsoft.com/office/drawing/2014/main" id="{5C0C6605-7408-1932-813A-C0232B4973D8}"/>
              </a:ext>
            </a:extLst>
          </p:cNvPr>
          <p:cNvGraphicFramePr>
            <a:graphicFrameLocks noGrp="1"/>
          </p:cNvGraphicFramePr>
          <p:nvPr/>
        </p:nvGraphicFramePr>
        <p:xfrm>
          <a:off x="6489880" y="1088284"/>
          <a:ext cx="3614779" cy="2591162"/>
        </p:xfrm>
        <a:graphic>
          <a:graphicData uri="http://schemas.openxmlformats.org/drawingml/2006/table">
            <a:tbl>
              <a:tblPr firstRow="1" bandRow="1">
                <a:tableStyleId>{5C22544A-7EE6-4342-B048-85BDC9FD1C3A}</a:tableStyleId>
              </a:tblPr>
              <a:tblGrid>
                <a:gridCol w="411852">
                  <a:extLst>
                    <a:ext uri="{9D8B030D-6E8A-4147-A177-3AD203B41FA5}">
                      <a16:colId xmlns:a16="http://schemas.microsoft.com/office/drawing/2014/main" val="329525294"/>
                    </a:ext>
                  </a:extLst>
                </a:gridCol>
                <a:gridCol w="569433">
                  <a:extLst>
                    <a:ext uri="{9D8B030D-6E8A-4147-A177-3AD203B41FA5}">
                      <a16:colId xmlns:a16="http://schemas.microsoft.com/office/drawing/2014/main" val="2311156111"/>
                    </a:ext>
                  </a:extLst>
                </a:gridCol>
                <a:gridCol w="569433">
                  <a:extLst>
                    <a:ext uri="{9D8B030D-6E8A-4147-A177-3AD203B41FA5}">
                      <a16:colId xmlns:a16="http://schemas.microsoft.com/office/drawing/2014/main" val="389369975"/>
                    </a:ext>
                  </a:extLst>
                </a:gridCol>
                <a:gridCol w="569433">
                  <a:extLst>
                    <a:ext uri="{9D8B030D-6E8A-4147-A177-3AD203B41FA5}">
                      <a16:colId xmlns:a16="http://schemas.microsoft.com/office/drawing/2014/main" val="685516627"/>
                    </a:ext>
                  </a:extLst>
                </a:gridCol>
                <a:gridCol w="569433">
                  <a:extLst>
                    <a:ext uri="{9D8B030D-6E8A-4147-A177-3AD203B41FA5}">
                      <a16:colId xmlns:a16="http://schemas.microsoft.com/office/drawing/2014/main" val="3302133284"/>
                    </a:ext>
                  </a:extLst>
                </a:gridCol>
                <a:gridCol w="569433">
                  <a:extLst>
                    <a:ext uri="{9D8B030D-6E8A-4147-A177-3AD203B41FA5}">
                      <a16:colId xmlns:a16="http://schemas.microsoft.com/office/drawing/2014/main" val="2262452492"/>
                    </a:ext>
                  </a:extLst>
                </a:gridCol>
                <a:gridCol w="355762">
                  <a:extLst>
                    <a:ext uri="{9D8B030D-6E8A-4147-A177-3AD203B41FA5}">
                      <a16:colId xmlns:a16="http://schemas.microsoft.com/office/drawing/2014/main" val="573247844"/>
                    </a:ext>
                  </a:extLst>
                </a:gridCol>
              </a:tblGrid>
              <a:tr h="370166">
                <a:tc>
                  <a:txBody>
                    <a:bodyPr/>
                    <a:lstStyle/>
                    <a:p>
                      <a:pPr algn="ctr" fontAlgn="ctr"/>
                      <a:r>
                        <a:rPr lang="en-US" sz="2000" u="none" strike="noStrike">
                          <a:effectLst/>
                        </a:rPr>
                        <a:t>id</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dirty="0">
                          <a:effectLst/>
                        </a:rPr>
                        <a:t>x0</a:t>
                      </a:r>
                      <a:r>
                        <a:rPr lang="en-US" altLang="zh-TW" sz="2000" u="none" strike="noStrike" dirty="0">
                          <a:effectLst/>
                        </a:rPr>
                        <a:t>.2</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dirty="0">
                          <a:effectLst/>
                        </a:rPr>
                        <a:t>x1</a:t>
                      </a:r>
                      <a:r>
                        <a:rPr lang="en-US" altLang="zh-TW" sz="2000" u="none" strike="noStrike" dirty="0">
                          <a:effectLst/>
                        </a:rPr>
                        <a:t>.2</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x2</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x3</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x4</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y</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1631454253"/>
                  </a:ext>
                </a:extLst>
              </a:tr>
              <a:tr h="370166">
                <a:tc>
                  <a:txBody>
                    <a:bodyPr/>
                    <a:lstStyle/>
                    <a:p>
                      <a:pPr algn="ctr" fontAlgn="ctr"/>
                      <a:r>
                        <a:rPr lang="en-US" altLang="zh-TW" sz="2000" u="none" strike="noStrike">
                          <a:effectLst/>
                        </a:rPr>
                        <a:t>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4.3</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4.7</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2662923688"/>
                  </a:ext>
                </a:extLst>
              </a:tr>
              <a:tr h="370166">
                <a:tc>
                  <a:txBody>
                    <a:bodyPr/>
                    <a:lstStyle/>
                    <a:p>
                      <a:pPr algn="ctr" fontAlgn="ctr"/>
                      <a:r>
                        <a:rPr lang="en-US" altLang="zh-TW" sz="2000" u="none" strike="noStrike">
                          <a:effectLst/>
                        </a:rPr>
                        <a:t>2</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6.5</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4"/>
                    </a:solidFill>
                  </a:tcPr>
                </a:tc>
                <a:tc>
                  <a:txBody>
                    <a:bodyPr/>
                    <a:lstStyle/>
                    <a:p>
                      <a:pPr algn="ctr" fontAlgn="ctr"/>
                      <a:r>
                        <a:rPr lang="en-US" altLang="zh-TW" sz="2000" u="none" strike="noStrike" dirty="0">
                          <a:effectLst/>
                        </a:rPr>
                        <a:t>4.1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4"/>
                    </a:solidFill>
                  </a:tcPr>
                </a:tc>
                <a:tc>
                  <a:txBody>
                    <a:bodyPr/>
                    <a:lstStyle/>
                    <a:p>
                      <a:pPr algn="ctr" fontAlgn="ctr"/>
                      <a:r>
                        <a:rPr lang="en-US" altLang="zh-TW" sz="2000" u="none" strike="noStrike">
                          <a:effectLst/>
                        </a:rPr>
                        <a:t>5.9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320343777"/>
                  </a:ext>
                </a:extLst>
              </a:tr>
              <a:tr h="370166">
                <a:tc>
                  <a:txBody>
                    <a:bodyPr/>
                    <a:lstStyle/>
                    <a:p>
                      <a:pPr algn="ctr" fontAlgn="ctr"/>
                      <a:r>
                        <a:rPr lang="en-US" altLang="zh-TW" sz="2000" u="none" strike="noStrike">
                          <a:effectLst/>
                        </a:rPr>
                        <a:t>3</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2.7</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4.8</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4.1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5.6</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725766181"/>
                  </a:ext>
                </a:extLst>
              </a:tr>
              <a:tr h="370166">
                <a:tc>
                  <a:txBody>
                    <a:bodyPr/>
                    <a:lstStyle/>
                    <a:p>
                      <a:pPr algn="ctr" fontAlgn="ctr"/>
                      <a:r>
                        <a:rPr lang="en-US" altLang="zh-TW" sz="2000" u="none" strike="noStrike">
                          <a:effectLst/>
                        </a:rPr>
                        <a:t>4</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6.6</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4.4</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3.9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1592671689"/>
                  </a:ext>
                </a:extLst>
              </a:tr>
              <a:tr h="370166">
                <a:tc>
                  <a:txBody>
                    <a:bodyPr/>
                    <a:lstStyle/>
                    <a:p>
                      <a:pPr algn="ctr" fontAlgn="ctr"/>
                      <a:r>
                        <a:rPr lang="en-US" altLang="zh-TW" sz="2000" u="none" strike="noStrike">
                          <a:effectLst/>
                        </a:rPr>
                        <a:t>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2.9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4.7</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4.6</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4264279061"/>
                  </a:ext>
                </a:extLst>
              </a:tr>
              <a:tr h="370166">
                <a:tc>
                  <a:txBody>
                    <a:bodyPr/>
                    <a:lstStyle/>
                    <a:p>
                      <a:pPr algn="ctr" fontAlgn="ctr"/>
                      <a:r>
                        <a:rPr lang="en-US" altLang="zh-TW" sz="2000" u="none" strike="noStrike">
                          <a:effectLst/>
                        </a:rPr>
                        <a:t>6</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2.7</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6.7</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4.2</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5.3</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4.8</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1930110125"/>
                  </a:ext>
                </a:extLst>
              </a:tr>
            </a:tbl>
          </a:graphicData>
        </a:graphic>
      </p:graphicFrame>
      <p:sp>
        <p:nvSpPr>
          <p:cNvPr id="12" name="文字方塊 11">
            <a:extLst>
              <a:ext uri="{FF2B5EF4-FFF2-40B4-BE49-F238E27FC236}">
                <a16:creationId xmlns:a16="http://schemas.microsoft.com/office/drawing/2014/main" id="{373BCEE1-FE08-CB75-C586-2D176420127F}"/>
              </a:ext>
            </a:extLst>
          </p:cNvPr>
          <p:cNvSpPr txBox="1"/>
          <p:nvPr/>
        </p:nvSpPr>
        <p:spPr>
          <a:xfrm>
            <a:off x="1297413" y="6253620"/>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https://www.youtube.com/watch?v=v6VJ2RO66Ag</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文字方塊 15">
            <a:extLst>
              <a:ext uri="{FF2B5EF4-FFF2-40B4-BE49-F238E27FC236}">
                <a16:creationId xmlns:a16="http://schemas.microsoft.com/office/drawing/2014/main" id="{BF2D05AC-F2CE-312F-1A83-2574271B1DE7}"/>
              </a:ext>
            </a:extLst>
          </p:cNvPr>
          <p:cNvSpPr txBox="1"/>
          <p:nvPr/>
        </p:nvSpPr>
        <p:spPr>
          <a:xfrm>
            <a:off x="1170368" y="228370"/>
            <a:ext cx="909123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The tree models are sensitive to the training data set.</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18" name="圖片 17">
            <a:extLst>
              <a:ext uri="{FF2B5EF4-FFF2-40B4-BE49-F238E27FC236}">
                <a16:creationId xmlns:a16="http://schemas.microsoft.com/office/drawing/2014/main" id="{A388726F-BD69-3D6D-C4AE-AC4B47A6D778}"/>
              </a:ext>
            </a:extLst>
          </p:cNvPr>
          <p:cNvPicPr>
            <a:picLocks noChangeAspect="1"/>
          </p:cNvPicPr>
          <p:nvPr/>
        </p:nvPicPr>
        <p:blipFill>
          <a:blip r:embed="rId2"/>
          <a:stretch>
            <a:fillRect/>
          </a:stretch>
        </p:blipFill>
        <p:spPr>
          <a:xfrm>
            <a:off x="1200336" y="3957775"/>
            <a:ext cx="3115110" cy="2295845"/>
          </a:xfrm>
          <a:prstGeom prst="rect">
            <a:avLst/>
          </a:prstGeom>
        </p:spPr>
      </p:pic>
      <p:pic>
        <p:nvPicPr>
          <p:cNvPr id="20" name="圖片 19">
            <a:extLst>
              <a:ext uri="{FF2B5EF4-FFF2-40B4-BE49-F238E27FC236}">
                <a16:creationId xmlns:a16="http://schemas.microsoft.com/office/drawing/2014/main" id="{3778C9F0-D060-5EBE-3DB9-2D0FC7E6E23F}"/>
              </a:ext>
            </a:extLst>
          </p:cNvPr>
          <p:cNvPicPr>
            <a:picLocks noChangeAspect="1"/>
          </p:cNvPicPr>
          <p:nvPr/>
        </p:nvPicPr>
        <p:blipFill>
          <a:blip r:embed="rId3"/>
          <a:stretch>
            <a:fillRect/>
          </a:stretch>
        </p:blipFill>
        <p:spPr>
          <a:xfrm>
            <a:off x="6694277" y="3960592"/>
            <a:ext cx="3019846" cy="2410161"/>
          </a:xfrm>
          <a:prstGeom prst="rect">
            <a:avLst/>
          </a:prstGeom>
        </p:spPr>
      </p:pic>
    </p:spTree>
    <p:extLst>
      <p:ext uri="{BB962C8B-B14F-4D97-AF65-F5344CB8AC3E}">
        <p14:creationId xmlns:p14="http://schemas.microsoft.com/office/powerpoint/2010/main" val="2000050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79F967-707A-3EAC-B094-C0B0D5BBE0A4}"/>
              </a:ext>
            </a:extLst>
          </p:cNvPr>
          <p:cNvSpPr>
            <a:spLocks noGrp="1"/>
          </p:cNvSpPr>
          <p:nvPr>
            <p:ph type="title"/>
          </p:nvPr>
        </p:nvSpPr>
        <p:spPr/>
        <p:txBody>
          <a:bodyPr/>
          <a:lstStyle/>
          <a:p>
            <a:r>
              <a:rPr lang="en-US" altLang="zh-TW" dirty="0"/>
              <a:t>Bagging, bootstrap </a:t>
            </a:r>
            <a:endParaRPr lang="zh-TW" altLang="en-US" dirty="0"/>
          </a:p>
        </p:txBody>
      </p:sp>
      <p:sp>
        <p:nvSpPr>
          <p:cNvPr id="3" name="內容版面配置區 2">
            <a:extLst>
              <a:ext uri="{FF2B5EF4-FFF2-40B4-BE49-F238E27FC236}">
                <a16:creationId xmlns:a16="http://schemas.microsoft.com/office/drawing/2014/main" id="{5381DDE8-13FF-8918-5179-C33C21A4B1CC}"/>
              </a:ext>
            </a:extLst>
          </p:cNvPr>
          <p:cNvSpPr>
            <a:spLocks noGrp="1"/>
          </p:cNvSpPr>
          <p:nvPr>
            <p:ph idx="1"/>
          </p:nvPr>
        </p:nvSpPr>
        <p:spPr/>
        <p:txBody>
          <a:bodyPr/>
          <a:lstStyle/>
          <a:p>
            <a:r>
              <a:rPr lang="en-US" altLang="zh-TW" dirty="0"/>
              <a:t>Bagging: uses the </a:t>
            </a:r>
            <a:r>
              <a:rPr lang="en-US" altLang="zh-TW" b="1" dirty="0"/>
              <a:t>bootstrap</a:t>
            </a:r>
            <a:r>
              <a:rPr lang="en-US" altLang="zh-TW" dirty="0"/>
              <a:t> to improve the estimate or a prediction.</a:t>
            </a:r>
          </a:p>
          <a:p>
            <a:r>
              <a:rPr lang="en-US" altLang="zh-TW" dirty="0"/>
              <a:t>Bootstrap (</a:t>
            </a:r>
            <a:r>
              <a:rPr lang="zh-TW" altLang="en-US" dirty="0"/>
              <a:t>拔靴法</a:t>
            </a:r>
            <a:r>
              <a:rPr lang="en-US" altLang="zh-TW" dirty="0"/>
              <a:t>): a resampling technique used to estimate statistics on a population by sampling a dataset with replacement</a:t>
            </a:r>
          </a:p>
          <a:p>
            <a:endParaRPr lang="zh-TW" altLang="en-US" dirty="0"/>
          </a:p>
        </p:txBody>
      </p:sp>
      <p:sp>
        <p:nvSpPr>
          <p:cNvPr id="4" name="投影片編號版面配置區 3">
            <a:extLst>
              <a:ext uri="{FF2B5EF4-FFF2-40B4-BE49-F238E27FC236}">
                <a16:creationId xmlns:a16="http://schemas.microsoft.com/office/drawing/2014/main" id="{318FF9D3-9F0C-0712-DA06-E781503146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B32856-0948-4E8A-A91F-94156E823626}"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panose="02020500000000000000" pitchFamily="18" charset="-120"/>
              <a:cs typeface="+mn-cs"/>
            </a:endParaRPr>
          </a:p>
        </p:txBody>
      </p:sp>
      <p:pic>
        <p:nvPicPr>
          <p:cNvPr id="2050" name="Picture 2" descr="undefined">
            <a:extLst>
              <a:ext uri="{FF2B5EF4-FFF2-40B4-BE49-F238E27FC236}">
                <a16:creationId xmlns:a16="http://schemas.microsoft.com/office/drawing/2014/main" id="{991EFA18-B3CC-9886-7D46-461B79467A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49600"/>
            <a:ext cx="12192000" cy="3708400"/>
          </a:xfrm>
          <a:prstGeom prst="rect">
            <a:avLst/>
          </a:prstGeom>
          <a:noFill/>
          <a:extLst>
            <a:ext uri="{909E8E84-426E-40DD-AFC4-6F175D3DCCD1}">
              <a14:hiddenFill xmlns:a14="http://schemas.microsoft.com/office/drawing/2010/main">
                <a:solidFill>
                  <a:srgbClr val="FFFFFF"/>
                </a:solidFill>
              </a14:hiddenFill>
            </a:ext>
          </a:extLst>
        </p:spPr>
      </p:pic>
      <p:sp>
        <p:nvSpPr>
          <p:cNvPr id="6" name="文字方塊 5">
            <a:extLst>
              <a:ext uri="{FF2B5EF4-FFF2-40B4-BE49-F238E27FC236}">
                <a16:creationId xmlns:a16="http://schemas.microsoft.com/office/drawing/2014/main" id="{76047657-15C0-16FE-1C20-BE1FB2BBCED2}"/>
              </a:ext>
            </a:extLst>
          </p:cNvPr>
          <p:cNvSpPr txBox="1"/>
          <p:nvPr/>
        </p:nvSpPr>
        <p:spPr>
          <a:xfrm>
            <a:off x="385893" y="6582975"/>
            <a:ext cx="851272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https://upload.wikimedia.org/wikipedia/commons/thumb/4/4a/Illustration_bootstrap.svg/1920px-Illustration_bootstrap.svg.png</a:t>
            </a:r>
          </a:p>
        </p:txBody>
      </p:sp>
    </p:spTree>
    <p:extLst>
      <p:ext uri="{BB962C8B-B14F-4D97-AF65-F5344CB8AC3E}">
        <p14:creationId xmlns:p14="http://schemas.microsoft.com/office/powerpoint/2010/main" val="2577629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20ECBC-1D62-A320-6428-E95A7E723093}"/>
              </a:ext>
            </a:extLst>
          </p:cNvPr>
          <p:cNvSpPr>
            <a:spLocks noGrp="1"/>
          </p:cNvSpPr>
          <p:nvPr>
            <p:ph type="title"/>
          </p:nvPr>
        </p:nvSpPr>
        <p:spPr>
          <a:xfrm>
            <a:off x="838200" y="222033"/>
            <a:ext cx="10515600" cy="1325563"/>
          </a:xfrm>
        </p:spPr>
        <p:txBody>
          <a:bodyPr>
            <a:normAutofit fontScale="90000"/>
          </a:bodyPr>
          <a:lstStyle/>
          <a:p>
            <a:r>
              <a:rPr lang="en-US" altLang="zh-TW" dirty="0"/>
              <a:t>Bagging: </a:t>
            </a:r>
            <a:br>
              <a:rPr lang="en-US" altLang="zh-TW" dirty="0"/>
            </a:br>
            <a:r>
              <a:rPr lang="en-US" altLang="zh-TW" sz="2700" dirty="0"/>
              <a:t>The essential idea(</a:t>
            </a:r>
            <a:r>
              <a:rPr lang="zh-TW" altLang="en-US" sz="2700" dirty="0"/>
              <a:t>基本想法</a:t>
            </a:r>
            <a:r>
              <a:rPr lang="en-US" altLang="zh-TW" sz="2700" dirty="0"/>
              <a:t>) in bagging is to average many noisy but approximately unbiased models, and hence reduce the variance.</a:t>
            </a:r>
            <a:endParaRPr lang="zh-TW" altLang="en-US" sz="2700" dirty="0"/>
          </a:p>
        </p:txBody>
      </p:sp>
      <p:sp>
        <p:nvSpPr>
          <p:cNvPr id="4" name="投影片編號版面配置區 3">
            <a:extLst>
              <a:ext uri="{FF2B5EF4-FFF2-40B4-BE49-F238E27FC236}">
                <a16:creationId xmlns:a16="http://schemas.microsoft.com/office/drawing/2014/main" id="{FCACB75E-4243-351B-673D-60C489B2674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B32856-0948-4E8A-A91F-94156E823626}"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panose="02020500000000000000" pitchFamily="18" charset="-120"/>
              <a:cs typeface="+mn-cs"/>
            </a:endParaRPr>
          </a:p>
        </p:txBody>
      </p:sp>
      <p:pic>
        <p:nvPicPr>
          <p:cNvPr id="3074" name="Picture 2" descr="Bagging">
            <a:extLst>
              <a:ext uri="{FF2B5EF4-FFF2-40B4-BE49-F238E27FC236}">
                <a16:creationId xmlns:a16="http://schemas.microsoft.com/office/drawing/2014/main" id="{F12486E4-B255-E6EA-BD95-51F23C9233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6912" y="1606550"/>
            <a:ext cx="8258175" cy="4886325"/>
          </a:xfrm>
          <a:prstGeom prst="rect">
            <a:avLst/>
          </a:prstGeom>
          <a:noFill/>
          <a:extLst>
            <a:ext uri="{909E8E84-426E-40DD-AFC4-6F175D3DCCD1}">
              <a14:hiddenFill xmlns:a14="http://schemas.microsoft.com/office/drawing/2010/main">
                <a:solidFill>
                  <a:srgbClr val="FFFFFF"/>
                </a:solidFill>
              </a14:hiddenFill>
            </a:ext>
          </a:extLst>
        </p:spPr>
      </p:pic>
      <p:sp>
        <p:nvSpPr>
          <p:cNvPr id="6" name="文字方塊 5">
            <a:extLst>
              <a:ext uri="{FF2B5EF4-FFF2-40B4-BE49-F238E27FC236}">
                <a16:creationId xmlns:a16="http://schemas.microsoft.com/office/drawing/2014/main" id="{9E303576-2479-03CE-CC76-DFAC49102EEE}"/>
              </a:ext>
            </a:extLst>
          </p:cNvPr>
          <p:cNvSpPr txBox="1"/>
          <p:nvPr/>
        </p:nvSpPr>
        <p:spPr>
          <a:xfrm>
            <a:off x="2829187" y="6538912"/>
            <a:ext cx="609460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https://www.simplilearn.com/ice9/free_resources_article_thumb/Bagging.PNG</a:t>
            </a:r>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39EBDDB3-9EC1-21A2-A5F1-7E574D16BA70}"/>
                  </a:ext>
                </a:extLst>
              </p:cNvPr>
              <p:cNvSpPr txBox="1"/>
              <p:nvPr/>
            </p:nvSpPr>
            <p:spPr>
              <a:xfrm>
                <a:off x="7395595" y="5772858"/>
                <a:ext cx="2743200" cy="87120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acc>
                            <m:accPr>
                              <m:chr m:val="̂"/>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acc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𝑓</m:t>
                              </m:r>
                            </m:e>
                          </m:acc>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𝑏𝑎𝑔</m:t>
                          </m:r>
                        </m:sub>
                      </m:sSub>
                      <m:d>
                        <m:d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d>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num>
                        <m:den>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𝐵</m:t>
                          </m:r>
                        </m:den>
                      </m:f>
                      <m:nary>
                        <m:naryPr>
                          <m:chr m:val="∑"/>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𝑏</m:t>
                          </m:r>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𝐵</m:t>
                          </m:r>
                        </m:sup>
                        <m:e>
                          <m:sSup>
                            <m:sSup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acc>
                                <m:accPr>
                                  <m:chr m:val="̂"/>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accPr>
                                <m:e>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rPr>
                                    <m:t>𝑓</m:t>
                                  </m:r>
                                </m:e>
                              </m:acc>
                            </m:e>
                            <m:sup>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𝑏</m:t>
                              </m:r>
                            </m:sup>
                          </m:sSup>
                          <m:d>
                            <m:d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d>
                        </m:e>
                      </m:nary>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7" name="文字方塊 6">
                <a:extLst>
                  <a:ext uri="{FF2B5EF4-FFF2-40B4-BE49-F238E27FC236}">
                    <a16:creationId xmlns:a16="http://schemas.microsoft.com/office/drawing/2014/main" id="{39EBDDB3-9EC1-21A2-A5F1-7E574D16BA70}"/>
                  </a:ext>
                </a:extLst>
              </p:cNvPr>
              <p:cNvSpPr txBox="1">
                <a:spLocks noRot="1" noChangeAspect="1" noMove="1" noResize="1" noEditPoints="1" noAdjustHandles="1" noChangeArrowheads="1" noChangeShapeType="1" noTextEdit="1"/>
              </p:cNvSpPr>
              <p:nvPr/>
            </p:nvSpPr>
            <p:spPr>
              <a:xfrm>
                <a:off x="7395595" y="5772858"/>
                <a:ext cx="2743200" cy="871201"/>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CC281194-7A96-FBC5-AB39-219EB116FA97}"/>
                  </a:ext>
                </a:extLst>
              </p:cNvPr>
              <p:cNvSpPr txBox="1"/>
              <p:nvPr/>
            </p:nvSpPr>
            <p:spPr>
              <a:xfrm>
                <a:off x="2364646" y="4589268"/>
                <a:ext cx="929081" cy="38491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acc>
                            <m:accPr>
                              <m:chr m:val="̂"/>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accPr>
                            <m:e>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rPr>
                                <m:t>𝑓</m:t>
                              </m:r>
                            </m:e>
                          </m:acc>
                        </m:e>
                        <m:sup>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p>
                      <m:d>
                        <m:d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d>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9" name="文字方塊 8">
                <a:extLst>
                  <a:ext uri="{FF2B5EF4-FFF2-40B4-BE49-F238E27FC236}">
                    <a16:creationId xmlns:a16="http://schemas.microsoft.com/office/drawing/2014/main" id="{CC281194-7A96-FBC5-AB39-219EB116FA97}"/>
                  </a:ext>
                </a:extLst>
              </p:cNvPr>
              <p:cNvSpPr txBox="1">
                <a:spLocks noRot="1" noChangeAspect="1" noMove="1" noResize="1" noEditPoints="1" noAdjustHandles="1" noChangeArrowheads="1" noChangeShapeType="1" noTextEdit="1"/>
              </p:cNvSpPr>
              <p:nvPr/>
            </p:nvSpPr>
            <p:spPr>
              <a:xfrm>
                <a:off x="2364646" y="4589268"/>
                <a:ext cx="929081" cy="384914"/>
              </a:xfrm>
              <a:prstGeom prst="rect">
                <a:avLst/>
              </a:prstGeom>
              <a:blipFill>
                <a:blip r:embed="rId4"/>
                <a:stretch>
                  <a:fillRect t="-7937" b="-1269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24700AFB-93A6-52E3-0563-02C42F3ABEF8}"/>
                  </a:ext>
                </a:extLst>
              </p:cNvPr>
              <p:cNvSpPr txBox="1"/>
              <p:nvPr/>
            </p:nvSpPr>
            <p:spPr>
              <a:xfrm>
                <a:off x="4422439" y="4589268"/>
                <a:ext cx="929081" cy="38491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acc>
                            <m:accPr>
                              <m:chr m:val="̂"/>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accPr>
                            <m:e>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rPr>
                                <m:t>𝑓</m:t>
                              </m:r>
                            </m:e>
                          </m:acc>
                        </m:e>
                        <m:sup>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p>
                      </m:sSup>
                      <m:d>
                        <m:d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d>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0" name="文字方塊 9">
                <a:extLst>
                  <a:ext uri="{FF2B5EF4-FFF2-40B4-BE49-F238E27FC236}">
                    <a16:creationId xmlns:a16="http://schemas.microsoft.com/office/drawing/2014/main" id="{24700AFB-93A6-52E3-0563-02C42F3ABEF8}"/>
                  </a:ext>
                </a:extLst>
              </p:cNvPr>
              <p:cNvSpPr txBox="1">
                <a:spLocks noRot="1" noChangeAspect="1" noMove="1" noResize="1" noEditPoints="1" noAdjustHandles="1" noChangeArrowheads="1" noChangeShapeType="1" noTextEdit="1"/>
              </p:cNvSpPr>
              <p:nvPr/>
            </p:nvSpPr>
            <p:spPr>
              <a:xfrm>
                <a:off x="4422439" y="4589268"/>
                <a:ext cx="929081" cy="384914"/>
              </a:xfrm>
              <a:prstGeom prst="rect">
                <a:avLst/>
              </a:prstGeom>
              <a:blipFill>
                <a:blip r:embed="rId5"/>
                <a:stretch>
                  <a:fillRect t="-7937" b="-1269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802891A4-C181-C81E-308A-757732EEA73A}"/>
                  </a:ext>
                </a:extLst>
              </p:cNvPr>
              <p:cNvSpPr txBox="1"/>
              <p:nvPr/>
            </p:nvSpPr>
            <p:spPr>
              <a:xfrm>
                <a:off x="7536153" y="4589268"/>
                <a:ext cx="929081" cy="38491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acc>
                            <m:accPr>
                              <m:chr m:val="̂"/>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accPr>
                            <m:e>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rPr>
                                <m:t>𝑓</m:t>
                              </m:r>
                            </m:e>
                          </m:acc>
                        </m:e>
                        <m:sup>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𝐵</m:t>
                          </m:r>
                        </m:sup>
                      </m:sSup>
                      <m:d>
                        <m:d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d>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1" name="文字方塊 10">
                <a:extLst>
                  <a:ext uri="{FF2B5EF4-FFF2-40B4-BE49-F238E27FC236}">
                    <a16:creationId xmlns:a16="http://schemas.microsoft.com/office/drawing/2014/main" id="{802891A4-C181-C81E-308A-757732EEA73A}"/>
                  </a:ext>
                </a:extLst>
              </p:cNvPr>
              <p:cNvSpPr txBox="1">
                <a:spLocks noRot="1" noChangeAspect="1" noMove="1" noResize="1" noEditPoints="1" noAdjustHandles="1" noChangeArrowheads="1" noChangeShapeType="1" noTextEdit="1"/>
              </p:cNvSpPr>
              <p:nvPr/>
            </p:nvSpPr>
            <p:spPr>
              <a:xfrm>
                <a:off x="7536153" y="4589268"/>
                <a:ext cx="929081" cy="384914"/>
              </a:xfrm>
              <a:prstGeom prst="rect">
                <a:avLst/>
              </a:prstGeom>
              <a:blipFill>
                <a:blip r:embed="rId6"/>
                <a:stretch>
                  <a:fillRect t="-7937" b="-1269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83553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20ECBC-1D62-A320-6428-E95A7E723093}"/>
              </a:ext>
            </a:extLst>
          </p:cNvPr>
          <p:cNvSpPr>
            <a:spLocks noGrp="1"/>
          </p:cNvSpPr>
          <p:nvPr>
            <p:ph type="title"/>
          </p:nvPr>
        </p:nvSpPr>
        <p:spPr/>
        <p:txBody>
          <a:bodyPr>
            <a:normAutofit/>
          </a:bodyPr>
          <a:lstStyle/>
          <a:p>
            <a:r>
              <a:rPr lang="en-US" altLang="zh-TW" sz="2800" dirty="0"/>
              <a:t>Bagging: trees are ideal candidates for bagging, since they can capture complex interaction structures in the data, and if grown sufficiently deep, have relatively low bias.</a:t>
            </a:r>
            <a:endParaRPr lang="zh-TW" altLang="en-US" sz="2800" dirty="0"/>
          </a:p>
        </p:txBody>
      </p:sp>
      <p:sp>
        <p:nvSpPr>
          <p:cNvPr id="4" name="投影片編號版面配置區 3">
            <a:extLst>
              <a:ext uri="{FF2B5EF4-FFF2-40B4-BE49-F238E27FC236}">
                <a16:creationId xmlns:a16="http://schemas.microsoft.com/office/drawing/2014/main" id="{FCACB75E-4243-351B-673D-60C489B2674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B32856-0948-4E8A-A91F-94156E823626}"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panose="02020500000000000000" pitchFamily="18" charset="-120"/>
              <a:cs typeface="+mn-cs"/>
            </a:endParaRPr>
          </a:p>
        </p:txBody>
      </p:sp>
      <p:pic>
        <p:nvPicPr>
          <p:cNvPr id="3074" name="Picture 2" descr="Bagging">
            <a:extLst>
              <a:ext uri="{FF2B5EF4-FFF2-40B4-BE49-F238E27FC236}">
                <a16:creationId xmlns:a16="http://schemas.microsoft.com/office/drawing/2014/main" id="{F12486E4-B255-E6EA-BD95-51F23C9233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6912" y="1606550"/>
            <a:ext cx="8258175" cy="4886325"/>
          </a:xfrm>
          <a:prstGeom prst="rect">
            <a:avLst/>
          </a:prstGeom>
          <a:noFill/>
          <a:extLst>
            <a:ext uri="{909E8E84-426E-40DD-AFC4-6F175D3DCCD1}">
              <a14:hiddenFill xmlns:a14="http://schemas.microsoft.com/office/drawing/2010/main">
                <a:solidFill>
                  <a:srgbClr val="FFFFFF"/>
                </a:solidFill>
              </a14:hiddenFill>
            </a:ext>
          </a:extLst>
        </p:spPr>
      </p:pic>
      <p:sp>
        <p:nvSpPr>
          <p:cNvPr id="6" name="文字方塊 5">
            <a:extLst>
              <a:ext uri="{FF2B5EF4-FFF2-40B4-BE49-F238E27FC236}">
                <a16:creationId xmlns:a16="http://schemas.microsoft.com/office/drawing/2014/main" id="{9E303576-2479-03CE-CC76-DFAC49102EEE}"/>
              </a:ext>
            </a:extLst>
          </p:cNvPr>
          <p:cNvSpPr txBox="1"/>
          <p:nvPr/>
        </p:nvSpPr>
        <p:spPr>
          <a:xfrm>
            <a:off x="2829187" y="6538912"/>
            <a:ext cx="609460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https://www.simplilearn.com/ice9/free_resources_article_thumb/Bagging.PNG</a:t>
            </a:r>
          </a:p>
        </p:txBody>
      </p:sp>
      <p:pic>
        <p:nvPicPr>
          <p:cNvPr id="3" name="圖片 2">
            <a:extLst>
              <a:ext uri="{FF2B5EF4-FFF2-40B4-BE49-F238E27FC236}">
                <a16:creationId xmlns:a16="http://schemas.microsoft.com/office/drawing/2014/main" id="{C80A73FC-CECA-30DA-9698-83C82A4A0550}"/>
              </a:ext>
            </a:extLst>
          </p:cNvPr>
          <p:cNvPicPr>
            <a:picLocks noChangeAspect="1"/>
          </p:cNvPicPr>
          <p:nvPr/>
        </p:nvPicPr>
        <p:blipFill>
          <a:blip r:embed="rId3"/>
          <a:stretch>
            <a:fillRect/>
          </a:stretch>
        </p:blipFill>
        <p:spPr>
          <a:xfrm>
            <a:off x="2286593" y="3812202"/>
            <a:ext cx="1085188" cy="1540267"/>
          </a:xfrm>
          <a:prstGeom prst="rect">
            <a:avLst/>
          </a:prstGeom>
          <a:ln>
            <a:noFill/>
          </a:ln>
          <a:effectLst>
            <a:outerShdw blurRad="190500" algn="tl" rotWithShape="0">
              <a:srgbClr val="000000">
                <a:alpha val="70000"/>
              </a:srgbClr>
            </a:outerShdw>
          </a:effectLst>
        </p:spPr>
      </p:pic>
      <p:pic>
        <p:nvPicPr>
          <p:cNvPr id="5" name="圖片 4">
            <a:extLst>
              <a:ext uri="{FF2B5EF4-FFF2-40B4-BE49-F238E27FC236}">
                <a16:creationId xmlns:a16="http://schemas.microsoft.com/office/drawing/2014/main" id="{3E43ECE6-878F-D2ED-00CB-B0F3A4C8274B}"/>
              </a:ext>
            </a:extLst>
          </p:cNvPr>
          <p:cNvPicPr>
            <a:picLocks noChangeAspect="1"/>
          </p:cNvPicPr>
          <p:nvPr/>
        </p:nvPicPr>
        <p:blipFill>
          <a:blip r:embed="rId3"/>
          <a:stretch>
            <a:fillRect/>
          </a:stretch>
        </p:blipFill>
        <p:spPr>
          <a:xfrm>
            <a:off x="4276182" y="3847704"/>
            <a:ext cx="1085188" cy="1540267"/>
          </a:xfrm>
          <a:prstGeom prst="rect">
            <a:avLst/>
          </a:prstGeom>
          <a:ln>
            <a:noFill/>
          </a:ln>
          <a:effectLst>
            <a:outerShdw blurRad="190500" algn="tl" rotWithShape="0">
              <a:srgbClr val="000000">
                <a:alpha val="70000"/>
              </a:srgbClr>
            </a:outerShdw>
          </a:effectLst>
        </p:spPr>
      </p:pic>
      <p:pic>
        <p:nvPicPr>
          <p:cNvPr id="7" name="圖片 6">
            <a:extLst>
              <a:ext uri="{FF2B5EF4-FFF2-40B4-BE49-F238E27FC236}">
                <a16:creationId xmlns:a16="http://schemas.microsoft.com/office/drawing/2014/main" id="{A8CCD19A-EACB-9334-A9F8-0C58E7A101EF}"/>
              </a:ext>
            </a:extLst>
          </p:cNvPr>
          <p:cNvPicPr>
            <a:picLocks noChangeAspect="1"/>
          </p:cNvPicPr>
          <p:nvPr/>
        </p:nvPicPr>
        <p:blipFill>
          <a:blip r:embed="rId3"/>
          <a:stretch>
            <a:fillRect/>
          </a:stretch>
        </p:blipFill>
        <p:spPr>
          <a:xfrm>
            <a:off x="7448619" y="3866428"/>
            <a:ext cx="1085188" cy="1540267"/>
          </a:xfrm>
          <a:prstGeom prst="rect">
            <a:avLst/>
          </a:prstGeom>
          <a:ln>
            <a:noFill/>
          </a:ln>
          <a:effectLst>
            <a:outerShdw blurRad="190500" algn="tl" rotWithShape="0">
              <a:srgbClr val="000000">
                <a:alpha val="70000"/>
              </a:srgbClr>
            </a:outerShdw>
          </a:effectLst>
        </p:spPr>
      </p:pic>
      <p:pic>
        <p:nvPicPr>
          <p:cNvPr id="9" name="圖片 8">
            <a:extLst>
              <a:ext uri="{FF2B5EF4-FFF2-40B4-BE49-F238E27FC236}">
                <a16:creationId xmlns:a16="http://schemas.microsoft.com/office/drawing/2014/main" id="{AB343D23-95EC-1ACD-9B7C-AA06BFDEAA53}"/>
              </a:ext>
            </a:extLst>
          </p:cNvPr>
          <p:cNvPicPr>
            <a:picLocks noChangeAspect="1"/>
          </p:cNvPicPr>
          <p:nvPr/>
        </p:nvPicPr>
        <p:blipFill>
          <a:blip r:embed="rId3"/>
          <a:stretch>
            <a:fillRect/>
          </a:stretch>
        </p:blipFill>
        <p:spPr>
          <a:xfrm>
            <a:off x="4538444" y="5754898"/>
            <a:ext cx="747532" cy="1061013"/>
          </a:xfrm>
          <a:prstGeom prst="rect">
            <a:avLst/>
          </a:prstGeom>
          <a:ln>
            <a:noFill/>
          </a:ln>
          <a:effectLst>
            <a:outerShdw blurRad="190500" algn="tl" rotWithShape="0">
              <a:srgbClr val="000000">
                <a:alpha val="70000"/>
              </a:srgbClr>
            </a:outerShdw>
          </a:effectLst>
        </p:spPr>
      </p:pic>
      <p:pic>
        <p:nvPicPr>
          <p:cNvPr id="10" name="圖片 9">
            <a:extLst>
              <a:ext uri="{FF2B5EF4-FFF2-40B4-BE49-F238E27FC236}">
                <a16:creationId xmlns:a16="http://schemas.microsoft.com/office/drawing/2014/main" id="{02E0C9BC-4CDA-DD50-1305-EB2299DC48D8}"/>
              </a:ext>
            </a:extLst>
          </p:cNvPr>
          <p:cNvPicPr>
            <a:picLocks noChangeAspect="1"/>
          </p:cNvPicPr>
          <p:nvPr/>
        </p:nvPicPr>
        <p:blipFill>
          <a:blip r:embed="rId3"/>
          <a:stretch>
            <a:fillRect/>
          </a:stretch>
        </p:blipFill>
        <p:spPr>
          <a:xfrm>
            <a:off x="5275722" y="5570290"/>
            <a:ext cx="650003" cy="922585"/>
          </a:xfrm>
          <a:prstGeom prst="rect">
            <a:avLst/>
          </a:prstGeom>
          <a:ln>
            <a:noFill/>
          </a:ln>
          <a:effectLst>
            <a:outerShdw blurRad="190500" algn="tl" rotWithShape="0">
              <a:srgbClr val="000000">
                <a:alpha val="70000"/>
              </a:srgbClr>
            </a:outerShdw>
          </a:effectLst>
        </p:spPr>
      </p:pic>
      <p:pic>
        <p:nvPicPr>
          <p:cNvPr id="11" name="圖片 10">
            <a:extLst>
              <a:ext uri="{FF2B5EF4-FFF2-40B4-BE49-F238E27FC236}">
                <a16:creationId xmlns:a16="http://schemas.microsoft.com/office/drawing/2014/main" id="{B9209C43-1D40-38B9-4D4D-8722E3820917}"/>
              </a:ext>
            </a:extLst>
          </p:cNvPr>
          <p:cNvPicPr>
            <a:picLocks noChangeAspect="1"/>
          </p:cNvPicPr>
          <p:nvPr/>
        </p:nvPicPr>
        <p:blipFill>
          <a:blip r:embed="rId3"/>
          <a:stretch>
            <a:fillRect/>
          </a:stretch>
        </p:blipFill>
        <p:spPr>
          <a:xfrm>
            <a:off x="3986630" y="5661449"/>
            <a:ext cx="650003" cy="922585"/>
          </a:xfrm>
          <a:prstGeom prst="rect">
            <a:avLst/>
          </a:prstGeom>
          <a:ln>
            <a:noFill/>
          </a:ln>
          <a:effectLst>
            <a:outerShdw blurRad="190500" algn="tl" rotWithShape="0">
              <a:srgbClr val="000000">
                <a:alpha val="70000"/>
              </a:srgbClr>
            </a:outerShdw>
          </a:effectLst>
        </p:spPr>
      </p:pic>
      <p:pic>
        <p:nvPicPr>
          <p:cNvPr id="12" name="圖片 11">
            <a:extLst>
              <a:ext uri="{FF2B5EF4-FFF2-40B4-BE49-F238E27FC236}">
                <a16:creationId xmlns:a16="http://schemas.microsoft.com/office/drawing/2014/main" id="{A4E855D1-D748-1C5A-44A7-879D265B5C21}"/>
              </a:ext>
            </a:extLst>
          </p:cNvPr>
          <p:cNvPicPr>
            <a:picLocks noChangeAspect="1"/>
          </p:cNvPicPr>
          <p:nvPr/>
        </p:nvPicPr>
        <p:blipFill>
          <a:blip r:embed="rId3"/>
          <a:stretch>
            <a:fillRect/>
          </a:stretch>
        </p:blipFill>
        <p:spPr>
          <a:xfrm>
            <a:off x="5837790" y="5604825"/>
            <a:ext cx="867498" cy="1231287"/>
          </a:xfrm>
          <a:prstGeom prst="rect">
            <a:avLst/>
          </a:prstGeom>
          <a:ln>
            <a:noFill/>
          </a:ln>
          <a:effectLst>
            <a:outerShdw blurRad="190500" algn="tl" rotWithShape="0">
              <a:srgbClr val="000000">
                <a:alpha val="70000"/>
              </a:srgbClr>
            </a:outerShdw>
          </a:effectLst>
        </p:spPr>
      </p:pic>
      <p:pic>
        <p:nvPicPr>
          <p:cNvPr id="13" name="圖片 12">
            <a:extLst>
              <a:ext uri="{FF2B5EF4-FFF2-40B4-BE49-F238E27FC236}">
                <a16:creationId xmlns:a16="http://schemas.microsoft.com/office/drawing/2014/main" id="{EE40EF5E-2CD1-9834-FE39-11A6FA6309B6}"/>
              </a:ext>
            </a:extLst>
          </p:cNvPr>
          <p:cNvPicPr>
            <a:picLocks noChangeAspect="1"/>
          </p:cNvPicPr>
          <p:nvPr/>
        </p:nvPicPr>
        <p:blipFill>
          <a:blip r:embed="rId3"/>
          <a:stretch>
            <a:fillRect/>
          </a:stretch>
        </p:blipFill>
        <p:spPr>
          <a:xfrm>
            <a:off x="6879259" y="5684175"/>
            <a:ext cx="755686" cy="1072586"/>
          </a:xfrm>
          <a:prstGeom prst="rect">
            <a:avLst/>
          </a:prstGeom>
          <a:ln>
            <a:noFill/>
          </a:ln>
          <a:effectLst>
            <a:outerShdw blurRad="190500" algn="tl" rotWithShape="0">
              <a:srgbClr val="000000">
                <a:alpha val="70000"/>
              </a:srgbClr>
            </a:outerShdw>
          </a:effectLst>
        </p:spPr>
      </p:pic>
      <p:pic>
        <p:nvPicPr>
          <p:cNvPr id="14" name="圖片 13">
            <a:extLst>
              <a:ext uri="{FF2B5EF4-FFF2-40B4-BE49-F238E27FC236}">
                <a16:creationId xmlns:a16="http://schemas.microsoft.com/office/drawing/2014/main" id="{E9C3D08E-7E6D-68A7-C67A-BB44D73320B9}"/>
              </a:ext>
            </a:extLst>
          </p:cNvPr>
          <p:cNvPicPr>
            <a:picLocks noChangeAspect="1"/>
          </p:cNvPicPr>
          <p:nvPr/>
        </p:nvPicPr>
        <p:blipFill>
          <a:blip r:embed="rId3"/>
          <a:stretch>
            <a:fillRect/>
          </a:stretch>
        </p:blipFill>
        <p:spPr>
          <a:xfrm>
            <a:off x="6275530" y="5446122"/>
            <a:ext cx="867499" cy="1231289"/>
          </a:xfrm>
          <a:prstGeom prst="rect">
            <a:avLst/>
          </a:prstGeom>
          <a:ln>
            <a:noFill/>
          </a:ln>
          <a:effectLst>
            <a:outerShdw blurRad="190500" algn="tl" rotWithShape="0">
              <a:srgbClr val="000000">
                <a:alpha val="70000"/>
              </a:srgbClr>
            </a:outerShdw>
          </a:effectLst>
        </p:spPr>
      </p:pic>
      <p:pic>
        <p:nvPicPr>
          <p:cNvPr id="15" name="圖片 14">
            <a:extLst>
              <a:ext uri="{FF2B5EF4-FFF2-40B4-BE49-F238E27FC236}">
                <a16:creationId xmlns:a16="http://schemas.microsoft.com/office/drawing/2014/main" id="{1AFB029E-AD21-0A4E-4CDC-AE70D383D37B}"/>
              </a:ext>
            </a:extLst>
          </p:cNvPr>
          <p:cNvPicPr>
            <a:picLocks noChangeAspect="1"/>
          </p:cNvPicPr>
          <p:nvPr/>
        </p:nvPicPr>
        <p:blipFill>
          <a:blip r:embed="rId3"/>
          <a:stretch>
            <a:fillRect/>
          </a:stretch>
        </p:blipFill>
        <p:spPr>
          <a:xfrm>
            <a:off x="4998560" y="5622473"/>
            <a:ext cx="752791" cy="106847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80316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D67D44-B396-8E1D-1FAB-CA84B0F88F98}"/>
              </a:ext>
            </a:extLst>
          </p:cNvPr>
          <p:cNvSpPr>
            <a:spLocks noGrp="1"/>
          </p:cNvSpPr>
          <p:nvPr>
            <p:ph type="title"/>
          </p:nvPr>
        </p:nvSpPr>
        <p:spPr/>
        <p:txBody>
          <a:bodyPr/>
          <a:lstStyle/>
          <a:p>
            <a:r>
              <a:rPr lang="en-US" altLang="zh-TW" dirty="0"/>
              <a:t>Random Forest</a:t>
            </a:r>
            <a:endParaRPr lang="zh-TW" altLang="en-US" dirty="0"/>
          </a:p>
        </p:txBody>
      </p:sp>
      <p:sp>
        <p:nvSpPr>
          <p:cNvPr id="3" name="內容版面配置區 2">
            <a:extLst>
              <a:ext uri="{FF2B5EF4-FFF2-40B4-BE49-F238E27FC236}">
                <a16:creationId xmlns:a16="http://schemas.microsoft.com/office/drawing/2014/main" id="{CF3D1061-DC91-5D30-FC77-0235B1A2391C}"/>
              </a:ext>
            </a:extLst>
          </p:cNvPr>
          <p:cNvSpPr>
            <a:spLocks noGrp="1"/>
          </p:cNvSpPr>
          <p:nvPr>
            <p:ph idx="1"/>
          </p:nvPr>
        </p:nvSpPr>
        <p:spPr>
          <a:xfrm>
            <a:off x="838200" y="1825624"/>
            <a:ext cx="10515600" cy="4759733"/>
          </a:xfrm>
        </p:spPr>
        <p:txBody>
          <a:bodyPr>
            <a:normAutofit/>
          </a:bodyPr>
          <a:lstStyle/>
          <a:p>
            <a:r>
              <a:rPr lang="en-US" altLang="zh-TW" dirty="0"/>
              <a:t>Why is it called random?</a:t>
            </a:r>
          </a:p>
          <a:p>
            <a:pPr lvl="1"/>
            <a:r>
              <a:rPr lang="en-US" altLang="zh-TW" dirty="0"/>
              <a:t>Bootstrapping: not using the same data for every tree, less sensitive to the original training data</a:t>
            </a:r>
          </a:p>
          <a:p>
            <a:pPr lvl="1"/>
            <a:r>
              <a:rPr lang="en-US" altLang="zh-TW" dirty="0"/>
              <a:t>Random feature selection: reduce the correlation between the trees (if use every feature then most of your trees will have the same decision nodes and will act very similarly. That will increase the variance.</a:t>
            </a:r>
          </a:p>
          <a:p>
            <a:r>
              <a:rPr lang="en-US" altLang="zh-TW" dirty="0"/>
              <a:t>Recommendations:</a:t>
            </a:r>
          </a:p>
          <a:p>
            <a:pPr marL="457200" lvl="1" indent="0">
              <a:buNone/>
            </a:pPr>
            <a:endParaRPr lang="en-US" altLang="zh-TW" dirty="0"/>
          </a:p>
          <a:p>
            <a:pPr marL="457200" lvl="1" indent="0">
              <a:buNone/>
            </a:pPr>
            <a:endParaRPr lang="en-US" altLang="zh-TW" dirty="0"/>
          </a:p>
          <a:p>
            <a:pPr marL="457200" lvl="1" indent="0">
              <a:buNone/>
            </a:pPr>
            <a:endParaRPr lang="en-US" altLang="zh-TW" dirty="0"/>
          </a:p>
          <a:p>
            <a:r>
              <a:rPr lang="en-US" altLang="zh-TW" dirty="0"/>
              <a:t>B=? (How many trees)</a:t>
            </a:r>
            <a:endParaRPr lang="zh-TW" altLang="en-US" dirty="0"/>
          </a:p>
        </p:txBody>
      </p:sp>
      <p:sp>
        <p:nvSpPr>
          <p:cNvPr id="4" name="投影片編號版面配置區 3">
            <a:extLst>
              <a:ext uri="{FF2B5EF4-FFF2-40B4-BE49-F238E27FC236}">
                <a16:creationId xmlns:a16="http://schemas.microsoft.com/office/drawing/2014/main" id="{1F866345-FF17-64A8-AA1C-FDC05E7B929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B32856-0948-4E8A-A91F-94156E823626}"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panose="02020500000000000000" pitchFamily="18" charset="-120"/>
              <a:cs typeface="+mn-cs"/>
            </a:endParaRPr>
          </a:p>
        </p:txBody>
      </p:sp>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2F090CC5-2129-5E05-0846-624CBA9DF686}"/>
                  </a:ext>
                </a:extLst>
              </p:cNvPr>
              <p:cNvGraphicFramePr>
                <a:graphicFrameLocks noGrp="1"/>
              </p:cNvGraphicFramePr>
              <p:nvPr/>
            </p:nvGraphicFramePr>
            <p:xfrm>
              <a:off x="1780330" y="4620102"/>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421511352"/>
                        </a:ext>
                      </a:extLst>
                    </a:gridCol>
                    <a:gridCol w="2859093">
                      <a:extLst>
                        <a:ext uri="{9D8B030D-6E8A-4147-A177-3AD203B41FA5}">
                          <a16:colId xmlns:a16="http://schemas.microsoft.com/office/drawing/2014/main" val="3428950562"/>
                        </a:ext>
                      </a:extLst>
                    </a:gridCol>
                    <a:gridCol w="2559573">
                      <a:extLst>
                        <a:ext uri="{9D8B030D-6E8A-4147-A177-3AD203B41FA5}">
                          <a16:colId xmlns:a16="http://schemas.microsoft.com/office/drawing/2014/main" val="2092765999"/>
                        </a:ext>
                      </a:extLst>
                    </a:gridCol>
                  </a:tblGrid>
                  <a:tr h="370840">
                    <a:tc>
                      <a:txBody>
                        <a:bodyPr/>
                        <a:lstStyle/>
                        <a:p>
                          <a:pPr algn="ctr"/>
                          <a:r>
                            <a:rPr lang="en-US" altLang="zh-TW" b="0" dirty="0">
                              <a:solidFill>
                                <a:schemeClr val="tx1"/>
                              </a:solidFill>
                            </a:rPr>
                            <a:t>Response variable</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Number of features selected</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Minimum node size</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3052411"/>
                      </a:ext>
                    </a:extLst>
                  </a:tr>
                  <a:tr h="370840">
                    <a:tc>
                      <a:txBody>
                        <a:bodyPr/>
                        <a:lstStyle/>
                        <a:p>
                          <a:pPr algn="ctr"/>
                          <a:r>
                            <a:rPr lang="en-US" altLang="zh-TW" b="0" dirty="0">
                              <a:solidFill>
                                <a:schemeClr val="tx1"/>
                              </a:solidFill>
                            </a:rPr>
                            <a:t>Classification</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ad>
                                  <m:radPr>
                                    <m:degHide m:val="on"/>
                                    <m:ctrlPr>
                                      <a:rPr lang="en-US" altLang="zh-TW" b="0" i="1" smtClean="0">
                                        <a:solidFill>
                                          <a:schemeClr val="tx1"/>
                                        </a:solidFill>
                                        <a:latin typeface="Cambria Math" panose="02040503050406030204" pitchFamily="18" charset="0"/>
                                      </a:rPr>
                                    </m:ctrlPr>
                                  </m:radPr>
                                  <m:deg/>
                                  <m:e>
                                    <m:r>
                                      <a:rPr lang="en-US" altLang="zh-TW" b="0" i="1" smtClean="0">
                                        <a:solidFill>
                                          <a:schemeClr val="tx1"/>
                                        </a:solidFill>
                                        <a:latin typeface="Cambria Math" panose="02040503050406030204" pitchFamily="18" charset="0"/>
                                      </a:rPr>
                                      <m:t>𝑝</m:t>
                                    </m:r>
                                  </m:e>
                                </m:rad>
                              </m:oMath>
                            </m:oMathPara>
                          </a14:m>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0930288"/>
                      </a:ext>
                    </a:extLst>
                  </a:tr>
                  <a:tr h="370840">
                    <a:tc>
                      <a:txBody>
                        <a:bodyPr/>
                        <a:lstStyle/>
                        <a:p>
                          <a:pPr algn="ctr"/>
                          <a:r>
                            <a:rPr lang="en-US" altLang="zh-TW" b="0" dirty="0">
                              <a:solidFill>
                                <a:schemeClr val="tx1"/>
                              </a:solidFill>
                            </a:rPr>
                            <a:t>Regression</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𝑝</m:t>
                                </m:r>
                                <m:r>
                                  <a:rPr lang="en-US" altLang="zh-TW" b="0" i="1" smtClean="0">
                                    <a:solidFill>
                                      <a:schemeClr val="tx1"/>
                                    </a:solidFill>
                                    <a:latin typeface="Cambria Math" panose="02040503050406030204" pitchFamily="18" charset="0"/>
                                  </a:rPr>
                                  <m:t>/3</m:t>
                                </m:r>
                              </m:oMath>
                            </m:oMathPara>
                          </a14:m>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5745330"/>
                      </a:ext>
                    </a:extLst>
                  </a:tr>
                </a:tbl>
              </a:graphicData>
            </a:graphic>
          </p:graphicFrame>
        </mc:Choice>
        <mc:Fallback xmlns="">
          <p:graphicFrame>
            <p:nvGraphicFramePr>
              <p:cNvPr id="5" name="表格 4">
                <a:extLst>
                  <a:ext uri="{FF2B5EF4-FFF2-40B4-BE49-F238E27FC236}">
                    <a16:creationId xmlns:a16="http://schemas.microsoft.com/office/drawing/2014/main" id="{2F090CC5-2129-5E05-0846-624CBA9DF686}"/>
                  </a:ext>
                </a:extLst>
              </p:cNvPr>
              <p:cNvGraphicFramePr>
                <a:graphicFrameLocks noGrp="1"/>
              </p:cNvGraphicFramePr>
              <p:nvPr>
                <p:extLst>
                  <p:ext uri="{D42A27DB-BD31-4B8C-83A1-F6EECF244321}">
                    <p14:modId xmlns:p14="http://schemas.microsoft.com/office/powerpoint/2010/main" val="4027073205"/>
                  </p:ext>
                </p:extLst>
              </p:nvPr>
            </p:nvGraphicFramePr>
            <p:xfrm>
              <a:off x="1780330" y="4620102"/>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421511352"/>
                        </a:ext>
                      </a:extLst>
                    </a:gridCol>
                    <a:gridCol w="2859093">
                      <a:extLst>
                        <a:ext uri="{9D8B030D-6E8A-4147-A177-3AD203B41FA5}">
                          <a16:colId xmlns:a16="http://schemas.microsoft.com/office/drawing/2014/main" val="3428950562"/>
                        </a:ext>
                      </a:extLst>
                    </a:gridCol>
                    <a:gridCol w="2559573">
                      <a:extLst>
                        <a:ext uri="{9D8B030D-6E8A-4147-A177-3AD203B41FA5}">
                          <a16:colId xmlns:a16="http://schemas.microsoft.com/office/drawing/2014/main" val="2092765999"/>
                        </a:ext>
                      </a:extLst>
                    </a:gridCol>
                  </a:tblGrid>
                  <a:tr h="370840">
                    <a:tc>
                      <a:txBody>
                        <a:bodyPr/>
                        <a:lstStyle/>
                        <a:p>
                          <a:pPr algn="ctr"/>
                          <a:r>
                            <a:rPr lang="en-US" altLang="zh-TW" b="0" dirty="0">
                              <a:solidFill>
                                <a:schemeClr val="tx1"/>
                              </a:solidFill>
                            </a:rPr>
                            <a:t>Response variable</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Number of features selected</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Minimum node size</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3052411"/>
                      </a:ext>
                    </a:extLst>
                  </a:tr>
                  <a:tr h="370840">
                    <a:tc>
                      <a:txBody>
                        <a:bodyPr/>
                        <a:lstStyle/>
                        <a:p>
                          <a:pPr algn="ctr"/>
                          <a:r>
                            <a:rPr lang="en-US" altLang="zh-TW" b="0" dirty="0">
                              <a:solidFill>
                                <a:schemeClr val="tx1"/>
                              </a:solidFill>
                            </a:rPr>
                            <a:t>Classification</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96" t="-106452" r="-89979" b="-122581"/>
                          </a:stretch>
                        </a:blip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0930288"/>
                      </a:ext>
                    </a:extLst>
                  </a:tr>
                  <a:tr h="370840">
                    <a:tc>
                      <a:txBody>
                        <a:bodyPr/>
                        <a:lstStyle/>
                        <a:p>
                          <a:pPr algn="ctr"/>
                          <a:r>
                            <a:rPr lang="en-US" altLang="zh-TW" b="0" dirty="0">
                              <a:solidFill>
                                <a:schemeClr val="tx1"/>
                              </a:solidFill>
                            </a:rPr>
                            <a:t>Regression</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96" t="-209836" r="-89979" b="-24590"/>
                          </a:stretch>
                        </a:blipFill>
                      </a:tcPr>
                    </a:tc>
                    <a:tc>
                      <a:txBody>
                        <a:bodyPr/>
                        <a:lstStyle/>
                        <a:p>
                          <a:pPr algn="ctr"/>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5745330"/>
                      </a:ext>
                    </a:extLst>
                  </a:tr>
                </a:tbl>
              </a:graphicData>
            </a:graphic>
          </p:graphicFrame>
        </mc:Fallback>
      </mc:AlternateContent>
    </p:spTree>
    <p:extLst>
      <p:ext uri="{BB962C8B-B14F-4D97-AF65-F5344CB8AC3E}">
        <p14:creationId xmlns:p14="http://schemas.microsoft.com/office/powerpoint/2010/main" val="2606174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8C1FD8-39E8-A358-9065-02D934BCC8C2}"/>
              </a:ext>
            </a:extLst>
          </p:cNvPr>
          <p:cNvSpPr>
            <a:spLocks noGrp="1"/>
          </p:cNvSpPr>
          <p:nvPr>
            <p:ph type="title"/>
          </p:nvPr>
        </p:nvSpPr>
        <p:spPr/>
        <p:txBody>
          <a:bodyPr/>
          <a:lstStyle/>
          <a:p>
            <a:r>
              <a:rPr lang="en-US" altLang="zh-TW" dirty="0"/>
              <a:t>Random Forest</a:t>
            </a:r>
            <a:endParaRPr lang="zh-TW" altLang="en-US" dirty="0"/>
          </a:p>
        </p:txBody>
      </p:sp>
      <p:sp>
        <p:nvSpPr>
          <p:cNvPr id="4" name="投影片編號版面配置區 3">
            <a:extLst>
              <a:ext uri="{FF2B5EF4-FFF2-40B4-BE49-F238E27FC236}">
                <a16:creationId xmlns:a16="http://schemas.microsoft.com/office/drawing/2014/main" id="{A413169C-2C61-7B16-7B84-CC3DE44C35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B32856-0948-4E8A-A91F-94156E823626}"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panose="02020500000000000000" pitchFamily="18" charset="-120"/>
              <a:cs typeface="+mn-cs"/>
            </a:endParaRPr>
          </a:p>
        </p:txBody>
      </p:sp>
      <p:pic>
        <p:nvPicPr>
          <p:cNvPr id="5" name="圖片 4">
            <a:extLst>
              <a:ext uri="{FF2B5EF4-FFF2-40B4-BE49-F238E27FC236}">
                <a16:creationId xmlns:a16="http://schemas.microsoft.com/office/drawing/2014/main" id="{A9851657-62D4-CEE2-8C6C-B6B4D7B18329}"/>
              </a:ext>
            </a:extLst>
          </p:cNvPr>
          <p:cNvPicPr>
            <a:picLocks noChangeAspect="1"/>
          </p:cNvPicPr>
          <p:nvPr/>
        </p:nvPicPr>
        <p:blipFill>
          <a:blip r:embed="rId2"/>
          <a:stretch>
            <a:fillRect/>
          </a:stretch>
        </p:blipFill>
        <p:spPr>
          <a:xfrm>
            <a:off x="2227705" y="1285736"/>
            <a:ext cx="7473734" cy="5572264"/>
          </a:xfrm>
          <a:prstGeom prst="rect">
            <a:avLst/>
          </a:prstGeom>
        </p:spPr>
      </p:pic>
      <p:sp>
        <p:nvSpPr>
          <p:cNvPr id="6" name="矩形 5">
            <a:extLst>
              <a:ext uri="{FF2B5EF4-FFF2-40B4-BE49-F238E27FC236}">
                <a16:creationId xmlns:a16="http://schemas.microsoft.com/office/drawing/2014/main" id="{155DA880-BCD3-D5CB-D968-191D9AC8FF7C}"/>
              </a:ext>
            </a:extLst>
          </p:cNvPr>
          <p:cNvSpPr/>
          <p:nvPr/>
        </p:nvSpPr>
        <p:spPr>
          <a:xfrm>
            <a:off x="4177717" y="1812022"/>
            <a:ext cx="201336" cy="30200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7" name="矩形 6">
            <a:extLst>
              <a:ext uri="{FF2B5EF4-FFF2-40B4-BE49-F238E27FC236}">
                <a16:creationId xmlns:a16="http://schemas.microsoft.com/office/drawing/2014/main" id="{F366959C-966B-3936-2FFD-613800602215}"/>
              </a:ext>
            </a:extLst>
          </p:cNvPr>
          <p:cNvSpPr/>
          <p:nvPr/>
        </p:nvSpPr>
        <p:spPr>
          <a:xfrm>
            <a:off x="4462942" y="3574008"/>
            <a:ext cx="251671" cy="2429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 name="矩形 7">
            <a:extLst>
              <a:ext uri="{FF2B5EF4-FFF2-40B4-BE49-F238E27FC236}">
                <a16:creationId xmlns:a16="http://schemas.microsoft.com/office/drawing/2014/main" id="{0D34C9F9-CD46-AE08-D43A-E06D8B42B481}"/>
              </a:ext>
            </a:extLst>
          </p:cNvPr>
          <p:cNvSpPr/>
          <p:nvPr/>
        </p:nvSpPr>
        <p:spPr>
          <a:xfrm>
            <a:off x="7173984" y="3196100"/>
            <a:ext cx="501943" cy="29371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13521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4E0BFE4-A093-9477-1457-0F87E679F2DB}"/>
              </a:ext>
            </a:extLst>
          </p:cNvPr>
          <p:cNvSpPr>
            <a:spLocks noGrp="1"/>
          </p:cNvSpPr>
          <p:nvPr>
            <p:ph type="title"/>
          </p:nvPr>
        </p:nvSpPr>
        <p:spPr/>
        <p:txBody>
          <a:bodyPr/>
          <a:lstStyle/>
          <a:p>
            <a:r>
              <a:rPr lang="en-US" altLang="zh-TW" dirty="0"/>
              <a:t>Random Forest: B=?</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31C2B0B5-35AE-00BC-C961-14AAAEC09225}"/>
                  </a:ext>
                </a:extLst>
              </p:cNvPr>
              <p:cNvSpPr>
                <a:spLocks noGrp="1"/>
              </p:cNvSpPr>
              <p:nvPr>
                <p:ph idx="1"/>
              </p:nvPr>
            </p:nvSpPr>
            <p:spPr/>
            <p:txBody>
              <a:bodyPr/>
              <a:lstStyle/>
              <a:p>
                <a:r>
                  <a:rPr lang="en-US" altLang="zh-TW" dirty="0"/>
                  <a:t>Out-of-bag (OOB) sample: For each observation </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𝑦</m:t>
                            </m:r>
                          </m:e>
                          <m:sub>
                            <m:r>
                              <a:rPr lang="en-US" altLang="zh-TW" b="0" i="1" smtClean="0">
                                <a:latin typeface="Cambria Math" panose="02040503050406030204" pitchFamily="18" charset="0"/>
                              </a:rPr>
                              <m:t>𝑖</m:t>
                            </m:r>
                          </m:sub>
                        </m:sSub>
                      </m:e>
                    </m:d>
                  </m:oMath>
                </a14:m>
                <a:r>
                  <a:rPr lang="en-US" altLang="zh-TW" dirty="0"/>
                  <a:t>, construct its random forest predictor by averaging only those trees corresponding to bootstrap samples in which </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𝑖</m:t>
                        </m:r>
                      </m:sub>
                    </m:sSub>
                  </m:oMath>
                </a14:m>
                <a:r>
                  <a:rPr lang="en-US" altLang="zh-TW" dirty="0"/>
                  <a:t> did not appear. </a:t>
                </a:r>
                <a:endParaRPr lang="zh-TW" altLang="en-US" dirty="0"/>
              </a:p>
            </p:txBody>
          </p:sp>
        </mc:Choice>
        <mc:Fallback xmlns="">
          <p:sp>
            <p:nvSpPr>
              <p:cNvPr id="3" name="內容版面配置區 2">
                <a:extLst>
                  <a:ext uri="{FF2B5EF4-FFF2-40B4-BE49-F238E27FC236}">
                    <a16:creationId xmlns:a16="http://schemas.microsoft.com/office/drawing/2014/main" id="{31C2B0B5-35AE-00BC-C961-14AAAEC0922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CDAD01E2-9B7E-F125-3536-4601918D003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B32856-0948-4E8A-A91F-94156E823626}"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panose="02020500000000000000" pitchFamily="18" charset="-120"/>
              <a:cs typeface="+mn-cs"/>
            </a:endParaRPr>
          </a:p>
        </p:txBody>
      </p:sp>
      <p:pic>
        <p:nvPicPr>
          <p:cNvPr id="5" name="圖片 4">
            <a:extLst>
              <a:ext uri="{FF2B5EF4-FFF2-40B4-BE49-F238E27FC236}">
                <a16:creationId xmlns:a16="http://schemas.microsoft.com/office/drawing/2014/main" id="{67760512-54F9-D244-936D-8AE3DB64F677}"/>
              </a:ext>
            </a:extLst>
          </p:cNvPr>
          <p:cNvPicPr>
            <a:picLocks noChangeAspect="1"/>
          </p:cNvPicPr>
          <p:nvPr/>
        </p:nvPicPr>
        <p:blipFill>
          <a:blip r:embed="rId3"/>
          <a:stretch>
            <a:fillRect/>
          </a:stretch>
        </p:blipFill>
        <p:spPr>
          <a:xfrm>
            <a:off x="2533475" y="3183681"/>
            <a:ext cx="5956184" cy="3537794"/>
          </a:xfrm>
          <a:prstGeom prst="rect">
            <a:avLst/>
          </a:prstGeom>
        </p:spPr>
      </p:pic>
      <p:sp>
        <p:nvSpPr>
          <p:cNvPr id="6" name="文字方塊 5">
            <a:extLst>
              <a:ext uri="{FF2B5EF4-FFF2-40B4-BE49-F238E27FC236}">
                <a16:creationId xmlns:a16="http://schemas.microsoft.com/office/drawing/2014/main" id="{785D31A5-2A99-C566-2B99-0970F198331A}"/>
              </a:ext>
            </a:extLst>
          </p:cNvPr>
          <p:cNvSpPr txBox="1"/>
          <p:nvPr/>
        </p:nvSpPr>
        <p:spPr>
          <a:xfrm>
            <a:off x="8357183" y="4490913"/>
            <a:ext cx="3129093"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The error rate stabilize at about 200 trees. 200 trees would be sufficient. (B=200)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 name="箭號: 向左 6">
            <a:extLst>
              <a:ext uri="{FF2B5EF4-FFF2-40B4-BE49-F238E27FC236}">
                <a16:creationId xmlns:a16="http://schemas.microsoft.com/office/drawing/2014/main" id="{78061D1E-61E5-0314-A560-427E7FB5E1A1}"/>
              </a:ext>
            </a:extLst>
          </p:cNvPr>
          <p:cNvSpPr/>
          <p:nvPr/>
        </p:nvSpPr>
        <p:spPr>
          <a:xfrm>
            <a:off x="7910818" y="4890782"/>
            <a:ext cx="285226" cy="14261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312773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圖片 27">
            <a:extLst>
              <a:ext uri="{FF2B5EF4-FFF2-40B4-BE49-F238E27FC236}">
                <a16:creationId xmlns:a16="http://schemas.microsoft.com/office/drawing/2014/main" id="{1484C0BB-9F1A-633A-CC23-D042FA7DF748}"/>
              </a:ext>
            </a:extLst>
          </p:cNvPr>
          <p:cNvPicPr>
            <a:picLocks noChangeAspect="1"/>
          </p:cNvPicPr>
          <p:nvPr/>
        </p:nvPicPr>
        <p:blipFill>
          <a:blip r:embed="rId2"/>
          <a:stretch>
            <a:fillRect/>
          </a:stretch>
        </p:blipFill>
        <p:spPr>
          <a:xfrm>
            <a:off x="3558012" y="3925195"/>
            <a:ext cx="8633987" cy="2393325"/>
          </a:xfrm>
          <a:prstGeom prst="rect">
            <a:avLst/>
          </a:prstGeom>
        </p:spPr>
      </p:pic>
      <p:sp>
        <p:nvSpPr>
          <p:cNvPr id="4" name="投影片編號版面配置區 3">
            <a:extLst>
              <a:ext uri="{FF2B5EF4-FFF2-40B4-BE49-F238E27FC236}">
                <a16:creationId xmlns:a16="http://schemas.microsoft.com/office/drawing/2014/main" id="{572E2BD9-31C8-CCEF-1655-951BEA293F07}"/>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42B32856-0948-4E8A-A91F-94156E823626}" type="slidenum">
              <a:rPr kumimoji="0" lang="en-US" altLang="zh-TW"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600"/>
                </a:spcAft>
                <a:buClrTx/>
                <a:buSzTx/>
                <a:buFontTx/>
                <a:buNone/>
                <a:tabLst/>
                <a:defRPr/>
              </a:pPr>
              <a:t>10</a:t>
            </a:fld>
            <a:endParaRPr kumimoji="0" lang="en-US" altLang="zh-TW" sz="1200" b="0" i="0" u="none" strike="noStrike" kern="1200" cap="none" spc="0" normalizeH="0" baseline="0" noProof="0">
              <a:ln>
                <a:noFill/>
              </a:ln>
              <a:solidFill>
                <a:prstClr val="black">
                  <a:tint val="75000"/>
                </a:prstClr>
              </a:solidFill>
              <a:effectLst/>
              <a:uLnTx/>
              <a:uFillTx/>
              <a:latin typeface="Calibri" panose="020F0502020204030204"/>
              <a:ea typeface="新細明體" panose="02020500000000000000" pitchFamily="18" charset="-120"/>
              <a:cs typeface="+mn-cs"/>
            </a:endParaRPr>
          </a:p>
        </p:txBody>
      </p:sp>
      <p:graphicFrame>
        <p:nvGraphicFramePr>
          <p:cNvPr id="6" name="表格 5">
            <a:extLst>
              <a:ext uri="{FF2B5EF4-FFF2-40B4-BE49-F238E27FC236}">
                <a16:creationId xmlns:a16="http://schemas.microsoft.com/office/drawing/2014/main" id="{4B08C42D-463F-4455-6DB8-16542E3BD80B}"/>
              </a:ext>
            </a:extLst>
          </p:cNvPr>
          <p:cNvGraphicFramePr>
            <a:graphicFrameLocks noGrp="1"/>
          </p:cNvGraphicFramePr>
          <p:nvPr/>
        </p:nvGraphicFramePr>
        <p:xfrm>
          <a:off x="382969" y="539479"/>
          <a:ext cx="3175044"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329525294"/>
                    </a:ext>
                  </a:extLst>
                </a:gridCol>
                <a:gridCol w="500162">
                  <a:extLst>
                    <a:ext uri="{9D8B030D-6E8A-4147-A177-3AD203B41FA5}">
                      <a16:colId xmlns:a16="http://schemas.microsoft.com/office/drawing/2014/main" val="2311156111"/>
                    </a:ext>
                  </a:extLst>
                </a:gridCol>
                <a:gridCol w="500162">
                  <a:extLst>
                    <a:ext uri="{9D8B030D-6E8A-4147-A177-3AD203B41FA5}">
                      <a16:colId xmlns:a16="http://schemas.microsoft.com/office/drawing/2014/main" val="389369975"/>
                    </a:ext>
                  </a:extLst>
                </a:gridCol>
                <a:gridCol w="500162">
                  <a:extLst>
                    <a:ext uri="{9D8B030D-6E8A-4147-A177-3AD203B41FA5}">
                      <a16:colId xmlns:a16="http://schemas.microsoft.com/office/drawing/2014/main" val="685516627"/>
                    </a:ext>
                  </a:extLst>
                </a:gridCol>
                <a:gridCol w="500162">
                  <a:extLst>
                    <a:ext uri="{9D8B030D-6E8A-4147-A177-3AD203B41FA5}">
                      <a16:colId xmlns:a16="http://schemas.microsoft.com/office/drawing/2014/main" val="3302133284"/>
                    </a:ext>
                  </a:extLst>
                </a:gridCol>
                <a:gridCol w="500162">
                  <a:extLst>
                    <a:ext uri="{9D8B030D-6E8A-4147-A177-3AD203B41FA5}">
                      <a16:colId xmlns:a16="http://schemas.microsoft.com/office/drawing/2014/main" val="2262452492"/>
                    </a:ext>
                  </a:extLst>
                </a:gridCol>
                <a:gridCol w="312484">
                  <a:extLst>
                    <a:ext uri="{9D8B030D-6E8A-4147-A177-3AD203B41FA5}">
                      <a16:colId xmlns:a16="http://schemas.microsoft.com/office/drawing/2014/main" val="573247844"/>
                    </a:ext>
                  </a:extLst>
                </a:gridCol>
              </a:tblGrid>
              <a:tr h="370166">
                <a:tc>
                  <a:txBody>
                    <a:bodyPr/>
                    <a:lstStyle/>
                    <a:p>
                      <a:pPr algn="ctr" fontAlgn="ctr"/>
                      <a:r>
                        <a:rPr lang="en-US" sz="2000" u="none" strike="noStrike" dirty="0">
                          <a:effectLst/>
                        </a:rPr>
                        <a:t>id</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dirty="0">
                          <a:effectLst/>
                        </a:rPr>
                        <a:t>x0</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dirty="0">
                          <a:effectLst/>
                        </a:rPr>
                        <a:t>x1</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dirty="0">
                          <a:effectLst/>
                        </a:rPr>
                        <a:t>x2</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x3</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x4</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y</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1631454253"/>
                  </a:ext>
                </a:extLst>
              </a:tr>
              <a:tr h="370166">
                <a:tc>
                  <a:txBody>
                    <a:bodyPr/>
                    <a:lstStyle/>
                    <a:p>
                      <a:pPr algn="ctr" fontAlgn="ctr"/>
                      <a:r>
                        <a:rPr lang="en-US" altLang="zh-TW" sz="2000" u="none" strike="noStrike" dirty="0">
                          <a:effectLst/>
                        </a:rPr>
                        <a:t>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4.3</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4.9</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4.1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4.7</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5.5</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2662923688"/>
                  </a:ext>
                </a:extLst>
              </a:tr>
              <a:tr h="370166">
                <a:tc>
                  <a:txBody>
                    <a:bodyPr/>
                    <a:lstStyle/>
                    <a:p>
                      <a:pPr algn="ctr" fontAlgn="ctr"/>
                      <a:r>
                        <a:rPr lang="en-US" altLang="zh-TW" sz="2000" u="none" strike="noStrike" dirty="0">
                          <a:effectLst/>
                        </a:rPr>
                        <a:t>2</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3.9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320343777"/>
                  </a:ext>
                </a:extLst>
              </a:tr>
              <a:tr h="370166">
                <a:tc>
                  <a:txBody>
                    <a:bodyPr/>
                    <a:lstStyle/>
                    <a:p>
                      <a:pPr algn="ctr" fontAlgn="ctr"/>
                      <a:r>
                        <a:rPr lang="en-US" altLang="zh-TW" sz="2000" u="none" strike="noStrike" dirty="0">
                          <a:effectLst/>
                        </a:rPr>
                        <a:t>3</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2.7</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4.8</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4.1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5.6</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725766181"/>
                  </a:ext>
                </a:extLst>
              </a:tr>
              <a:tr h="370166">
                <a:tc>
                  <a:txBody>
                    <a:bodyPr/>
                    <a:lstStyle/>
                    <a:p>
                      <a:pPr algn="ctr" fontAlgn="ctr"/>
                      <a:r>
                        <a:rPr lang="en-US" altLang="zh-TW" sz="2000" u="none" strike="noStrike" dirty="0">
                          <a:effectLst/>
                        </a:rPr>
                        <a:t>4</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6.6</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4.4</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3.9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1592671689"/>
                  </a:ext>
                </a:extLst>
              </a:tr>
              <a:tr h="370166">
                <a:tc>
                  <a:txBody>
                    <a:bodyPr/>
                    <a:lstStyle/>
                    <a:p>
                      <a:pPr algn="ctr" fontAlgn="ctr"/>
                      <a:r>
                        <a:rPr lang="en-US" altLang="zh-TW" sz="2000" u="none" strike="noStrike" dirty="0">
                          <a:effectLst/>
                        </a:rPr>
                        <a:t>5</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2.9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4.7</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4.6</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4264279061"/>
                  </a:ext>
                </a:extLst>
              </a:tr>
              <a:tr h="370166">
                <a:tc>
                  <a:txBody>
                    <a:bodyPr/>
                    <a:lstStyle/>
                    <a:p>
                      <a:pPr algn="ctr" fontAlgn="ctr"/>
                      <a:r>
                        <a:rPr lang="en-US" altLang="zh-TW" sz="2000" u="none" strike="noStrike" dirty="0">
                          <a:effectLst/>
                        </a:rPr>
                        <a:t>6</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2.7</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6.7</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4.2</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5.3</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4.8</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1930110125"/>
                  </a:ext>
                </a:extLst>
              </a:tr>
            </a:tbl>
          </a:graphicData>
        </a:graphic>
      </p:graphicFrame>
      <p:sp>
        <p:nvSpPr>
          <p:cNvPr id="12" name="文字方塊 11">
            <a:extLst>
              <a:ext uri="{FF2B5EF4-FFF2-40B4-BE49-F238E27FC236}">
                <a16:creationId xmlns:a16="http://schemas.microsoft.com/office/drawing/2014/main" id="{373BCEE1-FE08-CB75-C586-2D176420127F}"/>
              </a:ext>
            </a:extLst>
          </p:cNvPr>
          <p:cNvSpPr txBox="1"/>
          <p:nvPr/>
        </p:nvSpPr>
        <p:spPr>
          <a:xfrm>
            <a:off x="1297413" y="6253620"/>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https://www.youtube.com/watch?v=v6VJ2RO66Ag</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aphicFrame>
        <p:nvGraphicFramePr>
          <p:cNvPr id="2" name="表格 1">
            <a:extLst>
              <a:ext uri="{FF2B5EF4-FFF2-40B4-BE49-F238E27FC236}">
                <a16:creationId xmlns:a16="http://schemas.microsoft.com/office/drawing/2014/main" id="{1566F5B4-6EC6-B0E9-B8D9-37A7A70604FA}"/>
              </a:ext>
            </a:extLst>
          </p:cNvPr>
          <p:cNvGraphicFramePr>
            <a:graphicFrameLocks noGrp="1"/>
          </p:cNvGraphicFramePr>
          <p:nvPr/>
        </p:nvGraphicFramePr>
        <p:xfrm>
          <a:off x="4687520" y="539479"/>
          <a:ext cx="361750"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1391055700"/>
                    </a:ext>
                  </a:extLst>
                </a:gridCol>
              </a:tblGrid>
              <a:tr h="370166">
                <a:tc>
                  <a:txBody>
                    <a:bodyPr/>
                    <a:lstStyle/>
                    <a:p>
                      <a:pPr algn="ctr" fontAlgn="ctr"/>
                      <a:r>
                        <a:rPr lang="en-US" sz="2000" u="none" strike="noStrike" dirty="0">
                          <a:effectLst/>
                          <a:latin typeface="+mn-lt"/>
                        </a:rPr>
                        <a:t>id</a:t>
                      </a:r>
                      <a:endParaRPr lang="en-US"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2626215743"/>
                  </a:ext>
                </a:extLst>
              </a:tr>
              <a:tr h="370166">
                <a:tc>
                  <a:txBody>
                    <a:bodyPr/>
                    <a:lstStyle/>
                    <a:p>
                      <a:pPr algn="ctr" fontAlgn="ctr"/>
                      <a:r>
                        <a:rPr lang="en-US" altLang="zh-TW" sz="2000" u="none" strike="noStrike" dirty="0">
                          <a:effectLst/>
                          <a:latin typeface="+mn-lt"/>
                        </a:rPr>
                        <a:t>4</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1922073066"/>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2</a:t>
                      </a:r>
                    </a:p>
                  </a:txBody>
                  <a:tcPr marL="26194" marR="26194" marT="26194" marB="0" anchor="ctr"/>
                </a:tc>
                <a:extLst>
                  <a:ext uri="{0D108BD9-81ED-4DB2-BD59-A6C34878D82A}">
                    <a16:rowId xmlns:a16="http://schemas.microsoft.com/office/drawing/2014/main" val="2806389874"/>
                  </a:ext>
                </a:extLst>
              </a:tr>
              <a:tr h="370166">
                <a:tc>
                  <a:txBody>
                    <a:bodyPr/>
                    <a:lstStyle/>
                    <a:p>
                      <a:pPr algn="ctr" fontAlgn="ctr"/>
                      <a:r>
                        <a:rPr lang="en-US" altLang="zh-TW" sz="2000" u="none" strike="noStrike" dirty="0">
                          <a:effectLst/>
                          <a:latin typeface="+mn-lt"/>
                        </a:rPr>
                        <a:t>6</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94706613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5</a:t>
                      </a:r>
                    </a:p>
                  </a:txBody>
                  <a:tcPr marL="26194" marR="26194" marT="26194" marB="0" anchor="ctr"/>
                </a:tc>
                <a:extLst>
                  <a:ext uri="{0D108BD9-81ED-4DB2-BD59-A6C34878D82A}">
                    <a16:rowId xmlns:a16="http://schemas.microsoft.com/office/drawing/2014/main" val="2970359778"/>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1913435788"/>
                  </a:ext>
                </a:extLst>
              </a:tr>
              <a:tr h="370166">
                <a:tc>
                  <a:txBody>
                    <a:bodyPr/>
                    <a:lstStyle/>
                    <a:p>
                      <a:pPr algn="ctr" fontAlgn="ctr"/>
                      <a:r>
                        <a:rPr lang="en-US" altLang="zh-TW" sz="2000" u="none" strike="noStrike" dirty="0">
                          <a:effectLst/>
                          <a:latin typeface="+mn-lt"/>
                        </a:rPr>
                        <a:t>1</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3519385839"/>
                  </a:ext>
                </a:extLst>
              </a:tr>
            </a:tbl>
          </a:graphicData>
        </a:graphic>
      </p:graphicFrame>
      <p:graphicFrame>
        <p:nvGraphicFramePr>
          <p:cNvPr id="3" name="表格 2">
            <a:extLst>
              <a:ext uri="{FF2B5EF4-FFF2-40B4-BE49-F238E27FC236}">
                <a16:creationId xmlns:a16="http://schemas.microsoft.com/office/drawing/2014/main" id="{06159AD7-FD4A-CADE-1958-F6BDA033E143}"/>
              </a:ext>
            </a:extLst>
          </p:cNvPr>
          <p:cNvGraphicFramePr>
            <a:graphicFrameLocks noGrp="1"/>
          </p:cNvGraphicFramePr>
          <p:nvPr/>
        </p:nvGraphicFramePr>
        <p:xfrm>
          <a:off x="6305546" y="539479"/>
          <a:ext cx="361750"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1391055700"/>
                    </a:ext>
                  </a:extLst>
                </a:gridCol>
              </a:tblGrid>
              <a:tr h="370166">
                <a:tc>
                  <a:txBody>
                    <a:bodyPr/>
                    <a:lstStyle/>
                    <a:p>
                      <a:pPr algn="ctr" fontAlgn="ctr"/>
                      <a:r>
                        <a:rPr lang="en-US" sz="2000" u="none" strike="noStrike" dirty="0">
                          <a:effectLst/>
                          <a:latin typeface="+mn-lt"/>
                        </a:rPr>
                        <a:t>id</a:t>
                      </a:r>
                      <a:endParaRPr lang="en-US"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2626215743"/>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5</a:t>
                      </a:r>
                    </a:p>
                  </a:txBody>
                  <a:tcPr marL="26194" marR="26194" marT="26194" marB="0" anchor="ctr"/>
                </a:tc>
                <a:extLst>
                  <a:ext uri="{0D108BD9-81ED-4DB2-BD59-A6C34878D82A}">
                    <a16:rowId xmlns:a16="http://schemas.microsoft.com/office/drawing/2014/main" val="1922073066"/>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6</a:t>
                      </a:r>
                    </a:p>
                  </a:txBody>
                  <a:tcPr marL="26194" marR="26194" marT="26194" marB="0" anchor="ctr"/>
                </a:tc>
                <a:extLst>
                  <a:ext uri="{0D108BD9-81ED-4DB2-BD59-A6C34878D82A}">
                    <a16:rowId xmlns:a16="http://schemas.microsoft.com/office/drawing/2014/main" val="280638987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94706613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2</a:t>
                      </a:r>
                    </a:p>
                  </a:txBody>
                  <a:tcPr marL="26194" marR="26194" marT="26194" marB="0" anchor="ctr"/>
                </a:tc>
                <a:extLst>
                  <a:ext uri="{0D108BD9-81ED-4DB2-BD59-A6C34878D82A}">
                    <a16:rowId xmlns:a16="http://schemas.microsoft.com/office/drawing/2014/main" val="2970359778"/>
                  </a:ext>
                </a:extLst>
              </a:tr>
              <a:tr h="370166">
                <a:tc>
                  <a:txBody>
                    <a:bodyPr/>
                    <a:lstStyle/>
                    <a:p>
                      <a:pPr algn="ctr" fontAlgn="ctr"/>
                      <a:r>
                        <a:rPr lang="en-US" altLang="zh-TW" sz="2000" u="none" strike="noStrike" dirty="0">
                          <a:effectLst/>
                          <a:latin typeface="+mn-lt"/>
                        </a:rPr>
                        <a:t>6</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1913435788"/>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2</a:t>
                      </a:r>
                    </a:p>
                  </a:txBody>
                  <a:tcPr marL="26194" marR="26194" marT="26194" marB="0" anchor="ctr"/>
                </a:tc>
                <a:extLst>
                  <a:ext uri="{0D108BD9-81ED-4DB2-BD59-A6C34878D82A}">
                    <a16:rowId xmlns:a16="http://schemas.microsoft.com/office/drawing/2014/main" val="3519385839"/>
                  </a:ext>
                </a:extLst>
              </a:tr>
            </a:tbl>
          </a:graphicData>
        </a:graphic>
      </p:graphicFrame>
      <p:graphicFrame>
        <p:nvGraphicFramePr>
          <p:cNvPr id="5" name="表格 4">
            <a:extLst>
              <a:ext uri="{FF2B5EF4-FFF2-40B4-BE49-F238E27FC236}">
                <a16:creationId xmlns:a16="http://schemas.microsoft.com/office/drawing/2014/main" id="{8F6BB854-728C-A8ED-455D-2AA65AB290A9}"/>
              </a:ext>
            </a:extLst>
          </p:cNvPr>
          <p:cNvGraphicFramePr>
            <a:graphicFrameLocks noGrp="1"/>
          </p:cNvGraphicFramePr>
          <p:nvPr/>
        </p:nvGraphicFramePr>
        <p:xfrm>
          <a:off x="7837704" y="539479"/>
          <a:ext cx="361750"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1391055700"/>
                    </a:ext>
                  </a:extLst>
                </a:gridCol>
              </a:tblGrid>
              <a:tr h="370166">
                <a:tc>
                  <a:txBody>
                    <a:bodyPr/>
                    <a:lstStyle/>
                    <a:p>
                      <a:pPr algn="ctr" fontAlgn="ctr"/>
                      <a:r>
                        <a:rPr lang="en-US" sz="2000" u="none" strike="noStrike" dirty="0">
                          <a:effectLst/>
                        </a:rPr>
                        <a:t>id</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2626215743"/>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6</a:t>
                      </a:r>
                    </a:p>
                  </a:txBody>
                  <a:tcPr marL="26194" marR="26194" marT="26194" marB="0" anchor="ctr"/>
                </a:tc>
                <a:extLst>
                  <a:ext uri="{0D108BD9-81ED-4DB2-BD59-A6C34878D82A}">
                    <a16:rowId xmlns:a16="http://schemas.microsoft.com/office/drawing/2014/main" val="1922073066"/>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6</a:t>
                      </a:r>
                    </a:p>
                  </a:txBody>
                  <a:tcPr marL="26194" marR="26194" marT="26194" marB="0" anchor="ctr"/>
                </a:tc>
                <a:extLst>
                  <a:ext uri="{0D108BD9-81ED-4DB2-BD59-A6C34878D82A}">
                    <a16:rowId xmlns:a16="http://schemas.microsoft.com/office/drawing/2014/main" val="280638987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94706613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6</a:t>
                      </a:r>
                    </a:p>
                  </a:txBody>
                  <a:tcPr marL="26194" marR="26194" marT="26194" marB="0" anchor="ctr"/>
                </a:tc>
                <a:extLst>
                  <a:ext uri="{0D108BD9-81ED-4DB2-BD59-A6C34878D82A}">
                    <a16:rowId xmlns:a16="http://schemas.microsoft.com/office/drawing/2014/main" val="2970359778"/>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6</a:t>
                      </a:r>
                    </a:p>
                  </a:txBody>
                  <a:tcPr marL="26194" marR="26194" marT="26194" marB="0" anchor="ctr"/>
                </a:tc>
                <a:extLst>
                  <a:ext uri="{0D108BD9-81ED-4DB2-BD59-A6C34878D82A}">
                    <a16:rowId xmlns:a16="http://schemas.microsoft.com/office/drawing/2014/main" val="1913435788"/>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6</a:t>
                      </a:r>
                    </a:p>
                  </a:txBody>
                  <a:tcPr marL="26194" marR="26194" marT="26194" marB="0" anchor="ctr"/>
                </a:tc>
                <a:extLst>
                  <a:ext uri="{0D108BD9-81ED-4DB2-BD59-A6C34878D82A}">
                    <a16:rowId xmlns:a16="http://schemas.microsoft.com/office/drawing/2014/main" val="3519385839"/>
                  </a:ext>
                </a:extLst>
              </a:tr>
            </a:tbl>
          </a:graphicData>
        </a:graphic>
      </p:graphicFrame>
      <p:graphicFrame>
        <p:nvGraphicFramePr>
          <p:cNvPr id="7" name="表格 6">
            <a:extLst>
              <a:ext uri="{FF2B5EF4-FFF2-40B4-BE49-F238E27FC236}">
                <a16:creationId xmlns:a16="http://schemas.microsoft.com/office/drawing/2014/main" id="{2D10965F-9570-6F0A-4684-2CC288FC6C76}"/>
              </a:ext>
            </a:extLst>
          </p:cNvPr>
          <p:cNvGraphicFramePr>
            <a:graphicFrameLocks noGrp="1"/>
          </p:cNvGraphicFramePr>
          <p:nvPr/>
        </p:nvGraphicFramePr>
        <p:xfrm>
          <a:off x="9415004" y="556700"/>
          <a:ext cx="361750"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1391055700"/>
                    </a:ext>
                  </a:extLst>
                </a:gridCol>
              </a:tblGrid>
              <a:tr h="370166">
                <a:tc>
                  <a:txBody>
                    <a:bodyPr/>
                    <a:lstStyle/>
                    <a:p>
                      <a:pPr algn="ctr" fontAlgn="ctr"/>
                      <a:r>
                        <a:rPr lang="en-US" sz="2000" u="none" strike="noStrike" dirty="0">
                          <a:effectLst/>
                        </a:rPr>
                        <a:t>id</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2626215743"/>
                  </a:ext>
                </a:extLst>
              </a:tr>
              <a:tr h="370166">
                <a:tc>
                  <a:txBody>
                    <a:bodyPr/>
                    <a:lstStyle/>
                    <a:p>
                      <a:pPr algn="ctr" fontAlgn="ctr"/>
                      <a:r>
                        <a:rPr lang="en-US" altLang="zh-TW" sz="2000" u="none" strike="noStrike" dirty="0">
                          <a:effectLst/>
                          <a:latin typeface="+mn-lt"/>
                        </a:rPr>
                        <a:t>4</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1922073066"/>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280638987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5</a:t>
                      </a:r>
                    </a:p>
                  </a:txBody>
                  <a:tcPr marL="26194" marR="26194" marT="26194" marB="0" anchor="ctr"/>
                </a:tc>
                <a:extLst>
                  <a:ext uri="{0D108BD9-81ED-4DB2-BD59-A6C34878D82A}">
                    <a16:rowId xmlns:a16="http://schemas.microsoft.com/office/drawing/2014/main" val="94706613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2970359778"/>
                  </a:ext>
                </a:extLst>
              </a:tr>
              <a:tr h="370166">
                <a:tc>
                  <a:txBody>
                    <a:bodyPr/>
                    <a:lstStyle/>
                    <a:p>
                      <a:pPr algn="ctr" fontAlgn="ctr"/>
                      <a:r>
                        <a:rPr lang="en-US" altLang="zh-TW" sz="2000" u="none" strike="noStrike" dirty="0">
                          <a:effectLst/>
                          <a:latin typeface="+mn-lt"/>
                        </a:rPr>
                        <a:t>3</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1913435788"/>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3519385839"/>
                  </a:ext>
                </a:extLst>
              </a:tr>
            </a:tbl>
          </a:graphicData>
        </a:graphic>
      </p:graphicFrame>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F00D2C61-3909-0CDA-1BF3-C3003B310EB4}"/>
                  </a:ext>
                </a:extLst>
              </p:cNvPr>
              <p:cNvSpPr txBox="1"/>
              <p:nvPr/>
            </p:nvSpPr>
            <p:spPr>
              <a:xfrm>
                <a:off x="4522369" y="3123224"/>
                <a:ext cx="8221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b>
                      </m:s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9" name="文字方塊 8">
                <a:extLst>
                  <a:ext uri="{FF2B5EF4-FFF2-40B4-BE49-F238E27FC236}">
                    <a16:creationId xmlns:a16="http://schemas.microsoft.com/office/drawing/2014/main" id="{F00D2C61-3909-0CDA-1BF3-C3003B310EB4}"/>
                  </a:ext>
                </a:extLst>
              </p:cNvPr>
              <p:cNvSpPr txBox="1">
                <a:spLocks noRot="1" noChangeAspect="1" noMove="1" noResize="1" noEditPoints="1" noAdjustHandles="1" noChangeArrowheads="1" noChangeShapeType="1" noTextEdit="1"/>
              </p:cNvSpPr>
              <p:nvPr/>
            </p:nvSpPr>
            <p:spPr>
              <a:xfrm>
                <a:off x="4522369" y="3123224"/>
                <a:ext cx="822121" cy="369332"/>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5BD7C2E6-0746-3A78-2B1F-4F331BCBF65C}"/>
                  </a:ext>
                </a:extLst>
              </p:cNvPr>
              <p:cNvSpPr txBox="1"/>
              <p:nvPr/>
            </p:nvSpPr>
            <p:spPr>
              <a:xfrm>
                <a:off x="6126194" y="3133160"/>
                <a:ext cx="8221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b>
                      </m:s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0" name="文字方塊 9">
                <a:extLst>
                  <a:ext uri="{FF2B5EF4-FFF2-40B4-BE49-F238E27FC236}">
                    <a16:creationId xmlns:a16="http://schemas.microsoft.com/office/drawing/2014/main" id="{5BD7C2E6-0746-3A78-2B1F-4F331BCBF65C}"/>
                  </a:ext>
                </a:extLst>
              </p:cNvPr>
              <p:cNvSpPr txBox="1">
                <a:spLocks noRot="1" noChangeAspect="1" noMove="1" noResize="1" noEditPoints="1" noAdjustHandles="1" noChangeArrowheads="1" noChangeShapeType="1" noTextEdit="1"/>
              </p:cNvSpPr>
              <p:nvPr/>
            </p:nvSpPr>
            <p:spPr>
              <a:xfrm>
                <a:off x="6126194" y="3133160"/>
                <a:ext cx="822121" cy="369332"/>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514A21DA-222C-05A3-785E-9D18E3A73E60}"/>
                  </a:ext>
                </a:extLst>
              </p:cNvPr>
              <p:cNvSpPr txBox="1"/>
              <p:nvPr/>
            </p:nvSpPr>
            <p:spPr>
              <a:xfrm>
                <a:off x="7630640" y="3130641"/>
                <a:ext cx="8221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0</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1" name="文字方塊 10">
                <a:extLst>
                  <a:ext uri="{FF2B5EF4-FFF2-40B4-BE49-F238E27FC236}">
                    <a16:creationId xmlns:a16="http://schemas.microsoft.com/office/drawing/2014/main" id="{514A21DA-222C-05A3-785E-9D18E3A73E60}"/>
                  </a:ext>
                </a:extLst>
              </p:cNvPr>
              <p:cNvSpPr txBox="1">
                <a:spLocks noRot="1" noChangeAspect="1" noMove="1" noResize="1" noEditPoints="1" noAdjustHandles="1" noChangeArrowheads="1" noChangeShapeType="1" noTextEdit="1"/>
              </p:cNvSpPr>
              <p:nvPr/>
            </p:nvSpPr>
            <p:spPr>
              <a:xfrm>
                <a:off x="7630640" y="3130641"/>
                <a:ext cx="822121" cy="369332"/>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46B49A70-4E76-E535-8EAB-2A0744684990}"/>
                  </a:ext>
                </a:extLst>
              </p:cNvPr>
              <p:cNvSpPr txBox="1"/>
              <p:nvPr/>
            </p:nvSpPr>
            <p:spPr>
              <a:xfrm>
                <a:off x="9231531" y="3130641"/>
                <a:ext cx="8221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b>
                      </m:s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3" name="文字方塊 12">
                <a:extLst>
                  <a:ext uri="{FF2B5EF4-FFF2-40B4-BE49-F238E27FC236}">
                    <a16:creationId xmlns:a16="http://schemas.microsoft.com/office/drawing/2014/main" id="{46B49A70-4E76-E535-8EAB-2A0744684990}"/>
                  </a:ext>
                </a:extLst>
              </p:cNvPr>
              <p:cNvSpPr txBox="1">
                <a:spLocks noRot="1" noChangeAspect="1" noMove="1" noResize="1" noEditPoints="1" noAdjustHandles="1" noChangeArrowheads="1" noChangeShapeType="1" noTextEdit="1"/>
              </p:cNvSpPr>
              <p:nvPr/>
            </p:nvSpPr>
            <p:spPr>
              <a:xfrm>
                <a:off x="9231531" y="3130641"/>
                <a:ext cx="822121" cy="369332"/>
              </a:xfrm>
              <a:prstGeom prst="rect">
                <a:avLst/>
              </a:prstGeom>
              <a:blipFill>
                <a:blip r:embed="rId6"/>
                <a:stretch>
                  <a:fillRect/>
                </a:stretch>
              </a:blipFill>
            </p:spPr>
            <p:txBody>
              <a:bodyPr/>
              <a:lstStyle/>
              <a:p>
                <a:r>
                  <a:rPr lang="zh-TW" altLang="en-US">
                    <a:noFill/>
                  </a:rPr>
                  <a:t> </a:t>
                </a:r>
              </a:p>
            </p:txBody>
          </p:sp>
        </mc:Fallback>
      </mc:AlternateContent>
      <p:graphicFrame>
        <p:nvGraphicFramePr>
          <p:cNvPr id="25" name="表格 24">
            <a:extLst>
              <a:ext uri="{FF2B5EF4-FFF2-40B4-BE49-F238E27FC236}">
                <a16:creationId xmlns:a16="http://schemas.microsoft.com/office/drawing/2014/main" id="{B1FFD409-5473-85D8-1A1B-08E37FB49650}"/>
              </a:ext>
            </a:extLst>
          </p:cNvPr>
          <p:cNvGraphicFramePr>
            <a:graphicFrameLocks noGrp="1"/>
          </p:cNvGraphicFramePr>
          <p:nvPr/>
        </p:nvGraphicFramePr>
        <p:xfrm>
          <a:off x="11085729" y="556700"/>
          <a:ext cx="361750"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1391055700"/>
                    </a:ext>
                  </a:extLst>
                </a:gridCol>
              </a:tblGrid>
              <a:tr h="370166">
                <a:tc>
                  <a:txBody>
                    <a:bodyPr/>
                    <a:lstStyle/>
                    <a:p>
                      <a:pPr algn="ctr" fontAlgn="ctr"/>
                      <a:r>
                        <a:rPr lang="en-US" sz="2000" u="none" strike="noStrike" dirty="0">
                          <a:effectLst/>
                        </a:rPr>
                        <a:t>id</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2626215743"/>
                  </a:ext>
                </a:extLst>
              </a:tr>
              <a:tr h="370166">
                <a:tc>
                  <a:txBody>
                    <a:bodyPr/>
                    <a:lstStyle/>
                    <a:p>
                      <a:pPr algn="ctr" fontAlgn="ctr"/>
                      <a:r>
                        <a:rPr lang="en-US" altLang="zh-TW" sz="2000" u="none" strike="noStrike" dirty="0">
                          <a:effectLst/>
                          <a:latin typeface="+mn-lt"/>
                        </a:rPr>
                        <a:t>4</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1922073066"/>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280638987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5</a:t>
                      </a:r>
                    </a:p>
                  </a:txBody>
                  <a:tcPr marL="26194" marR="26194" marT="26194" marB="0" anchor="ctr"/>
                </a:tc>
                <a:extLst>
                  <a:ext uri="{0D108BD9-81ED-4DB2-BD59-A6C34878D82A}">
                    <a16:rowId xmlns:a16="http://schemas.microsoft.com/office/drawing/2014/main" val="94706613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2970359778"/>
                  </a:ext>
                </a:extLst>
              </a:tr>
              <a:tr h="370166">
                <a:tc>
                  <a:txBody>
                    <a:bodyPr/>
                    <a:lstStyle/>
                    <a:p>
                      <a:pPr algn="ctr" fontAlgn="ctr"/>
                      <a:r>
                        <a:rPr lang="en-US" altLang="zh-TW" sz="2000" u="none" strike="noStrike" dirty="0">
                          <a:effectLst/>
                          <a:latin typeface="+mn-lt"/>
                        </a:rPr>
                        <a:t>3</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1913435788"/>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3519385839"/>
                  </a:ext>
                </a:extLst>
              </a:tr>
            </a:tbl>
          </a:graphicData>
        </a:graphic>
      </p:graphicFrame>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513A109A-8242-6F94-1881-B62E76A31C4A}"/>
                  </a:ext>
                </a:extLst>
              </p:cNvPr>
              <p:cNvSpPr txBox="1"/>
              <p:nvPr/>
            </p:nvSpPr>
            <p:spPr>
              <a:xfrm>
                <a:off x="10832422" y="3130641"/>
                <a:ext cx="8221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26" name="文字方塊 25">
                <a:extLst>
                  <a:ext uri="{FF2B5EF4-FFF2-40B4-BE49-F238E27FC236}">
                    <a16:creationId xmlns:a16="http://schemas.microsoft.com/office/drawing/2014/main" id="{513A109A-8242-6F94-1881-B62E76A31C4A}"/>
                  </a:ext>
                </a:extLst>
              </p:cNvPr>
              <p:cNvSpPr txBox="1">
                <a:spLocks noRot="1" noChangeAspect="1" noMove="1" noResize="1" noEditPoints="1" noAdjustHandles="1" noChangeArrowheads="1" noChangeShapeType="1" noTextEdit="1"/>
              </p:cNvSpPr>
              <p:nvPr/>
            </p:nvSpPr>
            <p:spPr>
              <a:xfrm>
                <a:off x="10832422" y="3130641"/>
                <a:ext cx="822121" cy="369332"/>
              </a:xfrm>
              <a:prstGeom prst="rect">
                <a:avLst/>
              </a:prstGeom>
              <a:blipFill>
                <a:blip r:embed="rId7"/>
                <a:stretch>
                  <a:fillRect/>
                </a:stretch>
              </a:blipFill>
            </p:spPr>
            <p:txBody>
              <a:bodyPr/>
              <a:lstStyle/>
              <a:p>
                <a:r>
                  <a:rPr lang="zh-TW" altLang="en-US">
                    <a:noFill/>
                  </a:rPr>
                  <a:t> </a:t>
                </a:r>
              </a:p>
            </p:txBody>
          </p:sp>
        </mc:Fallback>
      </mc:AlternateContent>
      <p:sp>
        <p:nvSpPr>
          <p:cNvPr id="35" name="文字方塊 34">
            <a:extLst>
              <a:ext uri="{FF2B5EF4-FFF2-40B4-BE49-F238E27FC236}">
                <a16:creationId xmlns:a16="http://schemas.microsoft.com/office/drawing/2014/main" id="{5746F588-7AFF-9FDF-C109-74861123A7FE}"/>
              </a:ext>
            </a:extLst>
          </p:cNvPr>
          <p:cNvSpPr txBox="1"/>
          <p:nvPr/>
        </p:nvSpPr>
        <p:spPr>
          <a:xfrm>
            <a:off x="1775334" y="3147754"/>
            <a:ext cx="260687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新細明體" panose="02020500000000000000" pitchFamily="18" charset="-120"/>
                <a:cs typeface="+mn-cs"/>
              </a:rPr>
              <a:t>Random feature selection</a:t>
            </a:r>
            <a:endParaRPr kumimoji="0" lang="zh-TW" altLang="en-US"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新細明體" panose="02020500000000000000" pitchFamily="18" charset="-120"/>
              <a:cs typeface="+mn-cs"/>
            </a:endParaRPr>
          </a:p>
        </p:txBody>
      </p:sp>
      <p:sp>
        <p:nvSpPr>
          <p:cNvPr id="36" name="矩形: 圓角 35">
            <a:extLst>
              <a:ext uri="{FF2B5EF4-FFF2-40B4-BE49-F238E27FC236}">
                <a16:creationId xmlns:a16="http://schemas.microsoft.com/office/drawing/2014/main" id="{2595924B-9408-FF1F-D14C-B6154D067A9E}"/>
              </a:ext>
            </a:extLst>
          </p:cNvPr>
          <p:cNvSpPr/>
          <p:nvPr/>
        </p:nvSpPr>
        <p:spPr>
          <a:xfrm>
            <a:off x="4521579" y="3223140"/>
            <a:ext cx="7132964" cy="307246"/>
          </a:xfrm>
          <a:prstGeom prst="round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 name="文字方塊 37">
            <a:extLst>
              <a:ext uri="{FF2B5EF4-FFF2-40B4-BE49-F238E27FC236}">
                <a16:creationId xmlns:a16="http://schemas.microsoft.com/office/drawing/2014/main" id="{61FE1851-B52A-7182-5F8A-45405B788133}"/>
              </a:ext>
            </a:extLst>
          </p:cNvPr>
          <p:cNvSpPr txBox="1"/>
          <p:nvPr/>
        </p:nvSpPr>
        <p:spPr>
          <a:xfrm>
            <a:off x="6753138" y="1879"/>
            <a:ext cx="319367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highlight>
                  <a:srgbClr val="00FF00"/>
                </a:highlight>
                <a:uLnTx/>
                <a:uFillTx/>
                <a:latin typeface="Calibri" panose="020F0502020204030204"/>
                <a:ea typeface="新細明體" panose="02020500000000000000" pitchFamily="18" charset="-120"/>
                <a:cs typeface="+mn-cs"/>
              </a:rPr>
              <a:t>5 Bootstrap samples</a:t>
            </a:r>
            <a:endParaRPr kumimoji="0" lang="zh-TW" altLang="en-US" sz="1800" b="0" i="0" u="none" strike="noStrike" kern="1200" cap="none" spc="0" normalizeH="0" baseline="0" noProof="0" dirty="0">
              <a:ln>
                <a:noFill/>
              </a:ln>
              <a:solidFill>
                <a:prstClr val="black"/>
              </a:solidFill>
              <a:effectLst/>
              <a:highlight>
                <a:srgbClr val="00FF00"/>
              </a:highlight>
              <a:uLnTx/>
              <a:uFillTx/>
              <a:latin typeface="Calibri" panose="020F0502020204030204"/>
              <a:ea typeface="新細明體" panose="02020500000000000000" pitchFamily="18" charset="-120"/>
              <a:cs typeface="+mn-cs"/>
            </a:endParaRPr>
          </a:p>
        </p:txBody>
      </p:sp>
      <p:sp>
        <p:nvSpPr>
          <p:cNvPr id="39" name="矩形: 圓角 38">
            <a:extLst>
              <a:ext uri="{FF2B5EF4-FFF2-40B4-BE49-F238E27FC236}">
                <a16:creationId xmlns:a16="http://schemas.microsoft.com/office/drawing/2014/main" id="{24140291-3B81-1F15-7E9A-527BAAFDA832}"/>
              </a:ext>
            </a:extLst>
          </p:cNvPr>
          <p:cNvSpPr/>
          <p:nvPr/>
        </p:nvSpPr>
        <p:spPr>
          <a:xfrm>
            <a:off x="4475218" y="446489"/>
            <a:ext cx="7132964" cy="2738822"/>
          </a:xfrm>
          <a:prstGeom prst="round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1" name="文字方塊 40">
            <a:extLst>
              <a:ext uri="{FF2B5EF4-FFF2-40B4-BE49-F238E27FC236}">
                <a16:creationId xmlns:a16="http://schemas.microsoft.com/office/drawing/2014/main" id="{5DE944BA-551E-6FAE-CD3D-A9E72FCAE061}"/>
              </a:ext>
            </a:extLst>
          </p:cNvPr>
          <p:cNvSpPr txBox="1"/>
          <p:nvPr/>
        </p:nvSpPr>
        <p:spPr>
          <a:xfrm>
            <a:off x="948103" y="170147"/>
            <a:ext cx="248314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0070C0"/>
                </a:solidFill>
                <a:effectLst/>
                <a:uLnTx/>
                <a:uFillTx/>
                <a:latin typeface="Calibri" panose="020F0502020204030204"/>
                <a:ea typeface="新細明體" panose="02020500000000000000" pitchFamily="18" charset="-120"/>
                <a:cs typeface="+mn-cs"/>
              </a:rPr>
              <a:t>Training data set</a:t>
            </a:r>
            <a:endParaRPr kumimoji="0" lang="zh-TW" altLang="en-US" sz="1800" b="0" i="0" u="none" strike="noStrike" kern="1200" cap="none" spc="0" normalizeH="0" baseline="0" noProof="0" dirty="0">
              <a:ln>
                <a:noFill/>
              </a:ln>
              <a:solidFill>
                <a:srgbClr val="0070C0"/>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882613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圖片 27">
            <a:extLst>
              <a:ext uri="{FF2B5EF4-FFF2-40B4-BE49-F238E27FC236}">
                <a16:creationId xmlns:a16="http://schemas.microsoft.com/office/drawing/2014/main" id="{1484C0BB-9F1A-633A-CC23-D042FA7DF748}"/>
              </a:ext>
            </a:extLst>
          </p:cNvPr>
          <p:cNvPicPr>
            <a:picLocks noChangeAspect="1"/>
          </p:cNvPicPr>
          <p:nvPr/>
        </p:nvPicPr>
        <p:blipFill>
          <a:blip r:embed="rId2"/>
          <a:stretch>
            <a:fillRect/>
          </a:stretch>
        </p:blipFill>
        <p:spPr>
          <a:xfrm>
            <a:off x="3620137" y="3925196"/>
            <a:ext cx="8571862" cy="2376104"/>
          </a:xfrm>
          <a:prstGeom prst="rect">
            <a:avLst/>
          </a:prstGeom>
        </p:spPr>
      </p:pic>
      <p:sp>
        <p:nvSpPr>
          <p:cNvPr id="4" name="投影片編號版面配置區 3">
            <a:extLst>
              <a:ext uri="{FF2B5EF4-FFF2-40B4-BE49-F238E27FC236}">
                <a16:creationId xmlns:a16="http://schemas.microsoft.com/office/drawing/2014/main" id="{572E2BD9-31C8-CCEF-1655-951BEA293F07}"/>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42B32856-0948-4E8A-A91F-94156E823626}" type="slidenum">
              <a:rPr kumimoji="0" lang="en-US" altLang="zh-TW"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600"/>
                </a:spcAft>
                <a:buClrTx/>
                <a:buSzTx/>
                <a:buFontTx/>
                <a:buNone/>
                <a:tabLst/>
                <a:defRPr/>
              </a:pPr>
              <a:t>11</a:t>
            </a:fld>
            <a:endParaRPr kumimoji="0" lang="en-US" altLang="zh-TW" sz="1200" b="0" i="0" u="none" strike="noStrike" kern="1200" cap="none" spc="0" normalizeH="0" baseline="0" noProof="0">
              <a:ln>
                <a:noFill/>
              </a:ln>
              <a:solidFill>
                <a:prstClr val="black">
                  <a:tint val="75000"/>
                </a:prstClr>
              </a:solidFill>
              <a:effectLst/>
              <a:uLnTx/>
              <a:uFillTx/>
              <a:latin typeface="Calibri" panose="020F0502020204030204"/>
              <a:ea typeface="新細明體" panose="02020500000000000000" pitchFamily="18" charset="-120"/>
              <a:cs typeface="+mn-cs"/>
            </a:endParaRPr>
          </a:p>
        </p:txBody>
      </p:sp>
      <p:graphicFrame>
        <p:nvGraphicFramePr>
          <p:cNvPr id="6" name="表格 5">
            <a:extLst>
              <a:ext uri="{FF2B5EF4-FFF2-40B4-BE49-F238E27FC236}">
                <a16:creationId xmlns:a16="http://schemas.microsoft.com/office/drawing/2014/main" id="{4B08C42D-463F-4455-6DB8-16542E3BD80B}"/>
              </a:ext>
            </a:extLst>
          </p:cNvPr>
          <p:cNvGraphicFramePr>
            <a:graphicFrameLocks noGrp="1"/>
          </p:cNvGraphicFramePr>
          <p:nvPr/>
        </p:nvGraphicFramePr>
        <p:xfrm>
          <a:off x="382969" y="539479"/>
          <a:ext cx="3175044"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329525294"/>
                    </a:ext>
                  </a:extLst>
                </a:gridCol>
                <a:gridCol w="500162">
                  <a:extLst>
                    <a:ext uri="{9D8B030D-6E8A-4147-A177-3AD203B41FA5}">
                      <a16:colId xmlns:a16="http://schemas.microsoft.com/office/drawing/2014/main" val="2311156111"/>
                    </a:ext>
                  </a:extLst>
                </a:gridCol>
                <a:gridCol w="500162">
                  <a:extLst>
                    <a:ext uri="{9D8B030D-6E8A-4147-A177-3AD203B41FA5}">
                      <a16:colId xmlns:a16="http://schemas.microsoft.com/office/drawing/2014/main" val="389369975"/>
                    </a:ext>
                  </a:extLst>
                </a:gridCol>
                <a:gridCol w="500162">
                  <a:extLst>
                    <a:ext uri="{9D8B030D-6E8A-4147-A177-3AD203B41FA5}">
                      <a16:colId xmlns:a16="http://schemas.microsoft.com/office/drawing/2014/main" val="685516627"/>
                    </a:ext>
                  </a:extLst>
                </a:gridCol>
                <a:gridCol w="500162">
                  <a:extLst>
                    <a:ext uri="{9D8B030D-6E8A-4147-A177-3AD203B41FA5}">
                      <a16:colId xmlns:a16="http://schemas.microsoft.com/office/drawing/2014/main" val="3302133284"/>
                    </a:ext>
                  </a:extLst>
                </a:gridCol>
                <a:gridCol w="500162">
                  <a:extLst>
                    <a:ext uri="{9D8B030D-6E8A-4147-A177-3AD203B41FA5}">
                      <a16:colId xmlns:a16="http://schemas.microsoft.com/office/drawing/2014/main" val="2262452492"/>
                    </a:ext>
                  </a:extLst>
                </a:gridCol>
                <a:gridCol w="312484">
                  <a:extLst>
                    <a:ext uri="{9D8B030D-6E8A-4147-A177-3AD203B41FA5}">
                      <a16:colId xmlns:a16="http://schemas.microsoft.com/office/drawing/2014/main" val="573247844"/>
                    </a:ext>
                  </a:extLst>
                </a:gridCol>
              </a:tblGrid>
              <a:tr h="370166">
                <a:tc>
                  <a:txBody>
                    <a:bodyPr/>
                    <a:lstStyle/>
                    <a:p>
                      <a:pPr algn="ctr" fontAlgn="ctr"/>
                      <a:r>
                        <a:rPr lang="en-US" sz="2000" u="none" strike="noStrike" dirty="0">
                          <a:effectLst/>
                        </a:rPr>
                        <a:t>id</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dirty="0">
                          <a:effectLst/>
                        </a:rPr>
                        <a:t>x0</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dirty="0">
                          <a:effectLst/>
                        </a:rPr>
                        <a:t>x1</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dirty="0">
                          <a:effectLst/>
                        </a:rPr>
                        <a:t>x2</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x3</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x4</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y</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1631454253"/>
                  </a:ext>
                </a:extLst>
              </a:tr>
              <a:tr h="370166">
                <a:tc>
                  <a:txBody>
                    <a:bodyPr/>
                    <a:lstStyle/>
                    <a:p>
                      <a:pPr algn="ctr" fontAlgn="ctr"/>
                      <a:r>
                        <a:rPr lang="en-US" altLang="zh-TW" sz="2000" u="none" strike="noStrike" dirty="0">
                          <a:effectLst/>
                        </a:rPr>
                        <a:t>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4.3</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4.9</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4.1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4.7</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5.5</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2662923688"/>
                  </a:ext>
                </a:extLst>
              </a:tr>
              <a:tr h="370166">
                <a:tc>
                  <a:txBody>
                    <a:bodyPr/>
                    <a:lstStyle/>
                    <a:p>
                      <a:pPr algn="ctr" fontAlgn="ctr"/>
                      <a:r>
                        <a:rPr lang="en-US" altLang="zh-TW" sz="2000" u="none" strike="noStrike" dirty="0">
                          <a:effectLst/>
                        </a:rPr>
                        <a:t>2</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3.9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320343777"/>
                  </a:ext>
                </a:extLst>
              </a:tr>
              <a:tr h="370166">
                <a:tc>
                  <a:txBody>
                    <a:bodyPr/>
                    <a:lstStyle/>
                    <a:p>
                      <a:pPr algn="ctr" fontAlgn="ctr"/>
                      <a:r>
                        <a:rPr lang="en-US" altLang="zh-TW" sz="2000" u="none" strike="noStrike" dirty="0">
                          <a:effectLst/>
                        </a:rPr>
                        <a:t>3</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2.7</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4.8</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4.1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5.6</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725766181"/>
                  </a:ext>
                </a:extLst>
              </a:tr>
              <a:tr h="370166">
                <a:tc>
                  <a:txBody>
                    <a:bodyPr/>
                    <a:lstStyle/>
                    <a:p>
                      <a:pPr algn="ctr" fontAlgn="ctr"/>
                      <a:r>
                        <a:rPr lang="en-US" altLang="zh-TW" sz="2000" u="none" strike="noStrike" dirty="0">
                          <a:effectLst/>
                        </a:rPr>
                        <a:t>4</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6.6</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4.4</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3.9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1592671689"/>
                  </a:ext>
                </a:extLst>
              </a:tr>
              <a:tr h="370166">
                <a:tc>
                  <a:txBody>
                    <a:bodyPr/>
                    <a:lstStyle/>
                    <a:p>
                      <a:pPr algn="ctr" fontAlgn="ctr"/>
                      <a:r>
                        <a:rPr lang="en-US" altLang="zh-TW" sz="2000" u="none" strike="noStrike" dirty="0">
                          <a:effectLst/>
                        </a:rPr>
                        <a:t>5</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2.9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4.7</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4.6</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4264279061"/>
                  </a:ext>
                </a:extLst>
              </a:tr>
              <a:tr h="370166">
                <a:tc>
                  <a:txBody>
                    <a:bodyPr/>
                    <a:lstStyle/>
                    <a:p>
                      <a:pPr algn="ctr" fontAlgn="ctr"/>
                      <a:r>
                        <a:rPr lang="en-US" altLang="zh-TW" sz="2000" u="none" strike="noStrike" dirty="0">
                          <a:effectLst/>
                        </a:rPr>
                        <a:t>6</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2.7</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6.7</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4.2</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5.3</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4.8</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1930110125"/>
                  </a:ext>
                </a:extLst>
              </a:tr>
            </a:tbl>
          </a:graphicData>
        </a:graphic>
      </p:graphicFrame>
      <p:graphicFrame>
        <p:nvGraphicFramePr>
          <p:cNvPr id="2" name="表格 1">
            <a:extLst>
              <a:ext uri="{FF2B5EF4-FFF2-40B4-BE49-F238E27FC236}">
                <a16:creationId xmlns:a16="http://schemas.microsoft.com/office/drawing/2014/main" id="{1566F5B4-6EC6-B0E9-B8D9-37A7A70604FA}"/>
              </a:ext>
            </a:extLst>
          </p:cNvPr>
          <p:cNvGraphicFramePr>
            <a:graphicFrameLocks noGrp="1"/>
          </p:cNvGraphicFramePr>
          <p:nvPr/>
        </p:nvGraphicFramePr>
        <p:xfrm>
          <a:off x="4687520" y="539479"/>
          <a:ext cx="361750"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1391055700"/>
                    </a:ext>
                  </a:extLst>
                </a:gridCol>
              </a:tblGrid>
              <a:tr h="370166">
                <a:tc>
                  <a:txBody>
                    <a:bodyPr/>
                    <a:lstStyle/>
                    <a:p>
                      <a:pPr algn="ctr" fontAlgn="ctr"/>
                      <a:r>
                        <a:rPr lang="en-US" sz="2000" u="none" strike="noStrike" dirty="0">
                          <a:effectLst/>
                          <a:latin typeface="+mn-lt"/>
                        </a:rPr>
                        <a:t>id</a:t>
                      </a:r>
                      <a:endParaRPr lang="en-US"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2626215743"/>
                  </a:ext>
                </a:extLst>
              </a:tr>
              <a:tr h="370166">
                <a:tc>
                  <a:txBody>
                    <a:bodyPr/>
                    <a:lstStyle/>
                    <a:p>
                      <a:pPr algn="ctr" fontAlgn="ctr"/>
                      <a:r>
                        <a:rPr lang="en-US" altLang="zh-TW" sz="2000" u="none" strike="noStrike" dirty="0">
                          <a:effectLst/>
                          <a:latin typeface="+mn-lt"/>
                        </a:rPr>
                        <a:t>4</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1922073066"/>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2</a:t>
                      </a:r>
                    </a:p>
                  </a:txBody>
                  <a:tcPr marL="26194" marR="26194" marT="26194" marB="0" anchor="ctr"/>
                </a:tc>
                <a:extLst>
                  <a:ext uri="{0D108BD9-81ED-4DB2-BD59-A6C34878D82A}">
                    <a16:rowId xmlns:a16="http://schemas.microsoft.com/office/drawing/2014/main" val="2806389874"/>
                  </a:ext>
                </a:extLst>
              </a:tr>
              <a:tr h="370166">
                <a:tc>
                  <a:txBody>
                    <a:bodyPr/>
                    <a:lstStyle/>
                    <a:p>
                      <a:pPr algn="ctr" fontAlgn="ctr"/>
                      <a:r>
                        <a:rPr lang="en-US" altLang="zh-TW" sz="2000" u="none" strike="noStrike" dirty="0">
                          <a:effectLst/>
                          <a:latin typeface="+mn-lt"/>
                        </a:rPr>
                        <a:t>6</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94706613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5</a:t>
                      </a:r>
                    </a:p>
                  </a:txBody>
                  <a:tcPr marL="26194" marR="26194" marT="26194" marB="0" anchor="ctr"/>
                </a:tc>
                <a:extLst>
                  <a:ext uri="{0D108BD9-81ED-4DB2-BD59-A6C34878D82A}">
                    <a16:rowId xmlns:a16="http://schemas.microsoft.com/office/drawing/2014/main" val="2970359778"/>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1913435788"/>
                  </a:ext>
                </a:extLst>
              </a:tr>
              <a:tr h="370166">
                <a:tc>
                  <a:txBody>
                    <a:bodyPr/>
                    <a:lstStyle/>
                    <a:p>
                      <a:pPr algn="ctr" fontAlgn="ctr"/>
                      <a:r>
                        <a:rPr lang="en-US" altLang="zh-TW" sz="2000" u="none" strike="noStrike" dirty="0">
                          <a:effectLst/>
                          <a:latin typeface="+mn-lt"/>
                        </a:rPr>
                        <a:t>1</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3519385839"/>
                  </a:ext>
                </a:extLst>
              </a:tr>
            </a:tbl>
          </a:graphicData>
        </a:graphic>
      </p:graphicFrame>
      <p:graphicFrame>
        <p:nvGraphicFramePr>
          <p:cNvPr id="3" name="表格 2">
            <a:extLst>
              <a:ext uri="{FF2B5EF4-FFF2-40B4-BE49-F238E27FC236}">
                <a16:creationId xmlns:a16="http://schemas.microsoft.com/office/drawing/2014/main" id="{06159AD7-FD4A-CADE-1958-F6BDA033E143}"/>
              </a:ext>
            </a:extLst>
          </p:cNvPr>
          <p:cNvGraphicFramePr>
            <a:graphicFrameLocks noGrp="1"/>
          </p:cNvGraphicFramePr>
          <p:nvPr/>
        </p:nvGraphicFramePr>
        <p:xfrm>
          <a:off x="6305546" y="539479"/>
          <a:ext cx="361750"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1391055700"/>
                    </a:ext>
                  </a:extLst>
                </a:gridCol>
              </a:tblGrid>
              <a:tr h="370166">
                <a:tc>
                  <a:txBody>
                    <a:bodyPr/>
                    <a:lstStyle/>
                    <a:p>
                      <a:pPr algn="ctr" fontAlgn="ctr"/>
                      <a:r>
                        <a:rPr lang="en-US" sz="2000" u="none" strike="noStrike" dirty="0">
                          <a:effectLst/>
                          <a:latin typeface="+mn-lt"/>
                        </a:rPr>
                        <a:t>id</a:t>
                      </a:r>
                      <a:endParaRPr lang="en-US"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2626215743"/>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5</a:t>
                      </a:r>
                    </a:p>
                  </a:txBody>
                  <a:tcPr marL="26194" marR="26194" marT="26194" marB="0" anchor="ctr"/>
                </a:tc>
                <a:extLst>
                  <a:ext uri="{0D108BD9-81ED-4DB2-BD59-A6C34878D82A}">
                    <a16:rowId xmlns:a16="http://schemas.microsoft.com/office/drawing/2014/main" val="1922073066"/>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6</a:t>
                      </a:r>
                    </a:p>
                  </a:txBody>
                  <a:tcPr marL="26194" marR="26194" marT="26194" marB="0" anchor="ctr"/>
                </a:tc>
                <a:extLst>
                  <a:ext uri="{0D108BD9-81ED-4DB2-BD59-A6C34878D82A}">
                    <a16:rowId xmlns:a16="http://schemas.microsoft.com/office/drawing/2014/main" val="280638987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94706613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2</a:t>
                      </a:r>
                    </a:p>
                  </a:txBody>
                  <a:tcPr marL="26194" marR="26194" marT="26194" marB="0" anchor="ctr"/>
                </a:tc>
                <a:extLst>
                  <a:ext uri="{0D108BD9-81ED-4DB2-BD59-A6C34878D82A}">
                    <a16:rowId xmlns:a16="http://schemas.microsoft.com/office/drawing/2014/main" val="2970359778"/>
                  </a:ext>
                </a:extLst>
              </a:tr>
              <a:tr h="370166">
                <a:tc>
                  <a:txBody>
                    <a:bodyPr/>
                    <a:lstStyle/>
                    <a:p>
                      <a:pPr algn="ctr" fontAlgn="ctr"/>
                      <a:r>
                        <a:rPr lang="en-US" altLang="zh-TW" sz="2000" u="none" strike="noStrike" dirty="0">
                          <a:effectLst/>
                          <a:latin typeface="+mn-lt"/>
                        </a:rPr>
                        <a:t>6</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1913435788"/>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2</a:t>
                      </a:r>
                    </a:p>
                  </a:txBody>
                  <a:tcPr marL="26194" marR="26194" marT="26194" marB="0" anchor="ctr"/>
                </a:tc>
                <a:extLst>
                  <a:ext uri="{0D108BD9-81ED-4DB2-BD59-A6C34878D82A}">
                    <a16:rowId xmlns:a16="http://schemas.microsoft.com/office/drawing/2014/main" val="3519385839"/>
                  </a:ext>
                </a:extLst>
              </a:tr>
            </a:tbl>
          </a:graphicData>
        </a:graphic>
      </p:graphicFrame>
      <p:graphicFrame>
        <p:nvGraphicFramePr>
          <p:cNvPr id="5" name="表格 4">
            <a:extLst>
              <a:ext uri="{FF2B5EF4-FFF2-40B4-BE49-F238E27FC236}">
                <a16:creationId xmlns:a16="http://schemas.microsoft.com/office/drawing/2014/main" id="{8F6BB854-728C-A8ED-455D-2AA65AB290A9}"/>
              </a:ext>
            </a:extLst>
          </p:cNvPr>
          <p:cNvGraphicFramePr>
            <a:graphicFrameLocks noGrp="1"/>
          </p:cNvGraphicFramePr>
          <p:nvPr/>
        </p:nvGraphicFramePr>
        <p:xfrm>
          <a:off x="7837704" y="539479"/>
          <a:ext cx="361750"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1391055700"/>
                    </a:ext>
                  </a:extLst>
                </a:gridCol>
              </a:tblGrid>
              <a:tr h="370166">
                <a:tc>
                  <a:txBody>
                    <a:bodyPr/>
                    <a:lstStyle/>
                    <a:p>
                      <a:pPr algn="ctr" fontAlgn="ctr"/>
                      <a:r>
                        <a:rPr lang="en-US" sz="2000" u="none" strike="noStrike" dirty="0">
                          <a:effectLst/>
                        </a:rPr>
                        <a:t>id</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2626215743"/>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6</a:t>
                      </a:r>
                    </a:p>
                  </a:txBody>
                  <a:tcPr marL="26194" marR="26194" marT="26194" marB="0" anchor="ctr"/>
                </a:tc>
                <a:extLst>
                  <a:ext uri="{0D108BD9-81ED-4DB2-BD59-A6C34878D82A}">
                    <a16:rowId xmlns:a16="http://schemas.microsoft.com/office/drawing/2014/main" val="1922073066"/>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6</a:t>
                      </a:r>
                    </a:p>
                  </a:txBody>
                  <a:tcPr marL="26194" marR="26194" marT="26194" marB="0" anchor="ctr"/>
                </a:tc>
                <a:extLst>
                  <a:ext uri="{0D108BD9-81ED-4DB2-BD59-A6C34878D82A}">
                    <a16:rowId xmlns:a16="http://schemas.microsoft.com/office/drawing/2014/main" val="280638987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94706613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6</a:t>
                      </a:r>
                    </a:p>
                  </a:txBody>
                  <a:tcPr marL="26194" marR="26194" marT="26194" marB="0" anchor="ctr"/>
                </a:tc>
                <a:extLst>
                  <a:ext uri="{0D108BD9-81ED-4DB2-BD59-A6C34878D82A}">
                    <a16:rowId xmlns:a16="http://schemas.microsoft.com/office/drawing/2014/main" val="2970359778"/>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6</a:t>
                      </a:r>
                    </a:p>
                  </a:txBody>
                  <a:tcPr marL="26194" marR="26194" marT="26194" marB="0" anchor="ctr"/>
                </a:tc>
                <a:extLst>
                  <a:ext uri="{0D108BD9-81ED-4DB2-BD59-A6C34878D82A}">
                    <a16:rowId xmlns:a16="http://schemas.microsoft.com/office/drawing/2014/main" val="1913435788"/>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6</a:t>
                      </a:r>
                    </a:p>
                  </a:txBody>
                  <a:tcPr marL="26194" marR="26194" marT="26194" marB="0" anchor="ctr"/>
                </a:tc>
                <a:extLst>
                  <a:ext uri="{0D108BD9-81ED-4DB2-BD59-A6C34878D82A}">
                    <a16:rowId xmlns:a16="http://schemas.microsoft.com/office/drawing/2014/main" val="3519385839"/>
                  </a:ext>
                </a:extLst>
              </a:tr>
            </a:tbl>
          </a:graphicData>
        </a:graphic>
      </p:graphicFrame>
      <p:graphicFrame>
        <p:nvGraphicFramePr>
          <p:cNvPr id="7" name="表格 6">
            <a:extLst>
              <a:ext uri="{FF2B5EF4-FFF2-40B4-BE49-F238E27FC236}">
                <a16:creationId xmlns:a16="http://schemas.microsoft.com/office/drawing/2014/main" id="{2D10965F-9570-6F0A-4684-2CC288FC6C76}"/>
              </a:ext>
            </a:extLst>
          </p:cNvPr>
          <p:cNvGraphicFramePr>
            <a:graphicFrameLocks noGrp="1"/>
          </p:cNvGraphicFramePr>
          <p:nvPr/>
        </p:nvGraphicFramePr>
        <p:xfrm>
          <a:off x="9415004" y="556700"/>
          <a:ext cx="361750"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1391055700"/>
                    </a:ext>
                  </a:extLst>
                </a:gridCol>
              </a:tblGrid>
              <a:tr h="370166">
                <a:tc>
                  <a:txBody>
                    <a:bodyPr/>
                    <a:lstStyle/>
                    <a:p>
                      <a:pPr algn="ctr" fontAlgn="ctr"/>
                      <a:r>
                        <a:rPr lang="en-US" sz="2000" u="none" strike="noStrike" dirty="0">
                          <a:effectLst/>
                        </a:rPr>
                        <a:t>id</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2626215743"/>
                  </a:ext>
                </a:extLst>
              </a:tr>
              <a:tr h="370166">
                <a:tc>
                  <a:txBody>
                    <a:bodyPr/>
                    <a:lstStyle/>
                    <a:p>
                      <a:pPr algn="ctr" fontAlgn="ctr"/>
                      <a:r>
                        <a:rPr lang="en-US" altLang="zh-TW" sz="2000" u="none" strike="noStrike" dirty="0">
                          <a:effectLst/>
                          <a:latin typeface="+mn-lt"/>
                        </a:rPr>
                        <a:t>4</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1922073066"/>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280638987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5</a:t>
                      </a:r>
                    </a:p>
                  </a:txBody>
                  <a:tcPr marL="26194" marR="26194" marT="26194" marB="0" anchor="ctr"/>
                </a:tc>
                <a:extLst>
                  <a:ext uri="{0D108BD9-81ED-4DB2-BD59-A6C34878D82A}">
                    <a16:rowId xmlns:a16="http://schemas.microsoft.com/office/drawing/2014/main" val="94706613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2970359778"/>
                  </a:ext>
                </a:extLst>
              </a:tr>
              <a:tr h="370166">
                <a:tc>
                  <a:txBody>
                    <a:bodyPr/>
                    <a:lstStyle/>
                    <a:p>
                      <a:pPr algn="ctr" fontAlgn="ctr"/>
                      <a:r>
                        <a:rPr lang="en-US" altLang="zh-TW" sz="2000" u="none" strike="noStrike" dirty="0">
                          <a:effectLst/>
                          <a:latin typeface="+mn-lt"/>
                        </a:rPr>
                        <a:t>3</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1913435788"/>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3519385839"/>
                  </a:ext>
                </a:extLst>
              </a:tr>
            </a:tbl>
          </a:graphicData>
        </a:graphic>
      </p:graphicFrame>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F00D2C61-3909-0CDA-1BF3-C3003B310EB4}"/>
                  </a:ext>
                </a:extLst>
              </p:cNvPr>
              <p:cNvSpPr txBox="1"/>
              <p:nvPr/>
            </p:nvSpPr>
            <p:spPr>
              <a:xfrm>
                <a:off x="4522369" y="3123224"/>
                <a:ext cx="8221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b>
                      </m:s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9" name="文字方塊 8">
                <a:extLst>
                  <a:ext uri="{FF2B5EF4-FFF2-40B4-BE49-F238E27FC236}">
                    <a16:creationId xmlns:a16="http://schemas.microsoft.com/office/drawing/2014/main" id="{F00D2C61-3909-0CDA-1BF3-C3003B310EB4}"/>
                  </a:ext>
                </a:extLst>
              </p:cNvPr>
              <p:cNvSpPr txBox="1">
                <a:spLocks noRot="1" noChangeAspect="1" noMove="1" noResize="1" noEditPoints="1" noAdjustHandles="1" noChangeArrowheads="1" noChangeShapeType="1" noTextEdit="1"/>
              </p:cNvSpPr>
              <p:nvPr/>
            </p:nvSpPr>
            <p:spPr>
              <a:xfrm>
                <a:off x="4522369" y="3123224"/>
                <a:ext cx="822121" cy="369332"/>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5BD7C2E6-0746-3A78-2B1F-4F331BCBF65C}"/>
                  </a:ext>
                </a:extLst>
              </p:cNvPr>
              <p:cNvSpPr txBox="1"/>
              <p:nvPr/>
            </p:nvSpPr>
            <p:spPr>
              <a:xfrm>
                <a:off x="6126194" y="3133160"/>
                <a:ext cx="8221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b>
                      </m:s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0" name="文字方塊 9">
                <a:extLst>
                  <a:ext uri="{FF2B5EF4-FFF2-40B4-BE49-F238E27FC236}">
                    <a16:creationId xmlns:a16="http://schemas.microsoft.com/office/drawing/2014/main" id="{5BD7C2E6-0746-3A78-2B1F-4F331BCBF65C}"/>
                  </a:ext>
                </a:extLst>
              </p:cNvPr>
              <p:cNvSpPr txBox="1">
                <a:spLocks noRot="1" noChangeAspect="1" noMove="1" noResize="1" noEditPoints="1" noAdjustHandles="1" noChangeArrowheads="1" noChangeShapeType="1" noTextEdit="1"/>
              </p:cNvSpPr>
              <p:nvPr/>
            </p:nvSpPr>
            <p:spPr>
              <a:xfrm>
                <a:off x="6126194" y="3133160"/>
                <a:ext cx="822121" cy="369332"/>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514A21DA-222C-05A3-785E-9D18E3A73E60}"/>
                  </a:ext>
                </a:extLst>
              </p:cNvPr>
              <p:cNvSpPr txBox="1"/>
              <p:nvPr/>
            </p:nvSpPr>
            <p:spPr>
              <a:xfrm>
                <a:off x="7630640" y="3130641"/>
                <a:ext cx="8221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0</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1" name="文字方塊 10">
                <a:extLst>
                  <a:ext uri="{FF2B5EF4-FFF2-40B4-BE49-F238E27FC236}">
                    <a16:creationId xmlns:a16="http://schemas.microsoft.com/office/drawing/2014/main" id="{514A21DA-222C-05A3-785E-9D18E3A73E60}"/>
                  </a:ext>
                </a:extLst>
              </p:cNvPr>
              <p:cNvSpPr txBox="1">
                <a:spLocks noRot="1" noChangeAspect="1" noMove="1" noResize="1" noEditPoints="1" noAdjustHandles="1" noChangeArrowheads="1" noChangeShapeType="1" noTextEdit="1"/>
              </p:cNvSpPr>
              <p:nvPr/>
            </p:nvSpPr>
            <p:spPr>
              <a:xfrm>
                <a:off x="7630640" y="3130641"/>
                <a:ext cx="822121" cy="369332"/>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46B49A70-4E76-E535-8EAB-2A0744684990}"/>
                  </a:ext>
                </a:extLst>
              </p:cNvPr>
              <p:cNvSpPr txBox="1"/>
              <p:nvPr/>
            </p:nvSpPr>
            <p:spPr>
              <a:xfrm>
                <a:off x="9231531" y="3130641"/>
                <a:ext cx="8221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b>
                      </m:s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3" name="文字方塊 12">
                <a:extLst>
                  <a:ext uri="{FF2B5EF4-FFF2-40B4-BE49-F238E27FC236}">
                    <a16:creationId xmlns:a16="http://schemas.microsoft.com/office/drawing/2014/main" id="{46B49A70-4E76-E535-8EAB-2A0744684990}"/>
                  </a:ext>
                </a:extLst>
              </p:cNvPr>
              <p:cNvSpPr txBox="1">
                <a:spLocks noRot="1" noChangeAspect="1" noMove="1" noResize="1" noEditPoints="1" noAdjustHandles="1" noChangeArrowheads="1" noChangeShapeType="1" noTextEdit="1"/>
              </p:cNvSpPr>
              <p:nvPr/>
            </p:nvSpPr>
            <p:spPr>
              <a:xfrm>
                <a:off x="9231531" y="3130641"/>
                <a:ext cx="822121" cy="369332"/>
              </a:xfrm>
              <a:prstGeom prst="rect">
                <a:avLst/>
              </a:prstGeom>
              <a:blipFill>
                <a:blip r:embed="rId6"/>
                <a:stretch>
                  <a:fillRect/>
                </a:stretch>
              </a:blipFill>
            </p:spPr>
            <p:txBody>
              <a:bodyPr/>
              <a:lstStyle/>
              <a:p>
                <a:r>
                  <a:rPr lang="zh-TW" altLang="en-US">
                    <a:noFill/>
                  </a:rPr>
                  <a:t> </a:t>
                </a:r>
              </a:p>
            </p:txBody>
          </p:sp>
        </mc:Fallback>
      </mc:AlternateContent>
      <p:graphicFrame>
        <p:nvGraphicFramePr>
          <p:cNvPr id="25" name="表格 24">
            <a:extLst>
              <a:ext uri="{FF2B5EF4-FFF2-40B4-BE49-F238E27FC236}">
                <a16:creationId xmlns:a16="http://schemas.microsoft.com/office/drawing/2014/main" id="{B1FFD409-5473-85D8-1A1B-08E37FB49650}"/>
              </a:ext>
            </a:extLst>
          </p:cNvPr>
          <p:cNvGraphicFramePr>
            <a:graphicFrameLocks noGrp="1"/>
          </p:cNvGraphicFramePr>
          <p:nvPr/>
        </p:nvGraphicFramePr>
        <p:xfrm>
          <a:off x="11085729" y="556700"/>
          <a:ext cx="361750"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1391055700"/>
                    </a:ext>
                  </a:extLst>
                </a:gridCol>
              </a:tblGrid>
              <a:tr h="370166">
                <a:tc>
                  <a:txBody>
                    <a:bodyPr/>
                    <a:lstStyle/>
                    <a:p>
                      <a:pPr algn="ctr" fontAlgn="ctr"/>
                      <a:r>
                        <a:rPr lang="en-US" sz="2000" u="none" strike="noStrike" dirty="0">
                          <a:effectLst/>
                        </a:rPr>
                        <a:t>id</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2626215743"/>
                  </a:ext>
                </a:extLst>
              </a:tr>
              <a:tr h="370166">
                <a:tc>
                  <a:txBody>
                    <a:bodyPr/>
                    <a:lstStyle/>
                    <a:p>
                      <a:pPr algn="ctr" fontAlgn="ctr"/>
                      <a:r>
                        <a:rPr lang="en-US" altLang="zh-TW" sz="2000" u="none" strike="noStrike" dirty="0">
                          <a:effectLst/>
                          <a:latin typeface="+mn-lt"/>
                        </a:rPr>
                        <a:t>4</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1922073066"/>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280638987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5</a:t>
                      </a:r>
                    </a:p>
                  </a:txBody>
                  <a:tcPr marL="26194" marR="26194" marT="26194" marB="0" anchor="ctr"/>
                </a:tc>
                <a:extLst>
                  <a:ext uri="{0D108BD9-81ED-4DB2-BD59-A6C34878D82A}">
                    <a16:rowId xmlns:a16="http://schemas.microsoft.com/office/drawing/2014/main" val="94706613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2970359778"/>
                  </a:ext>
                </a:extLst>
              </a:tr>
              <a:tr h="370166">
                <a:tc>
                  <a:txBody>
                    <a:bodyPr/>
                    <a:lstStyle/>
                    <a:p>
                      <a:pPr algn="ctr" fontAlgn="ctr"/>
                      <a:r>
                        <a:rPr lang="en-US" altLang="zh-TW" sz="2000" u="none" strike="noStrike" dirty="0">
                          <a:effectLst/>
                          <a:latin typeface="+mn-lt"/>
                        </a:rPr>
                        <a:t>3</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1913435788"/>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3519385839"/>
                  </a:ext>
                </a:extLst>
              </a:tr>
            </a:tbl>
          </a:graphicData>
        </a:graphic>
      </p:graphicFrame>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513A109A-8242-6F94-1881-B62E76A31C4A}"/>
                  </a:ext>
                </a:extLst>
              </p:cNvPr>
              <p:cNvSpPr txBox="1"/>
              <p:nvPr/>
            </p:nvSpPr>
            <p:spPr>
              <a:xfrm>
                <a:off x="10832422" y="3130641"/>
                <a:ext cx="8221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26" name="文字方塊 25">
                <a:extLst>
                  <a:ext uri="{FF2B5EF4-FFF2-40B4-BE49-F238E27FC236}">
                    <a16:creationId xmlns:a16="http://schemas.microsoft.com/office/drawing/2014/main" id="{513A109A-8242-6F94-1881-B62E76A31C4A}"/>
                  </a:ext>
                </a:extLst>
              </p:cNvPr>
              <p:cNvSpPr txBox="1">
                <a:spLocks noRot="1" noChangeAspect="1" noMove="1" noResize="1" noEditPoints="1" noAdjustHandles="1" noChangeArrowheads="1" noChangeShapeType="1" noTextEdit="1"/>
              </p:cNvSpPr>
              <p:nvPr/>
            </p:nvSpPr>
            <p:spPr>
              <a:xfrm>
                <a:off x="10832422" y="3130641"/>
                <a:ext cx="822121" cy="369332"/>
              </a:xfrm>
              <a:prstGeom prst="rect">
                <a:avLst/>
              </a:prstGeom>
              <a:blipFill>
                <a:blip r:embed="rId7"/>
                <a:stretch>
                  <a:fillRect/>
                </a:stretch>
              </a:blipFill>
            </p:spPr>
            <p:txBody>
              <a:bodyPr/>
              <a:lstStyle/>
              <a:p>
                <a:r>
                  <a:rPr lang="zh-TW" altLang="en-US">
                    <a:noFill/>
                  </a:rPr>
                  <a:t> </a:t>
                </a:r>
              </a:p>
            </p:txBody>
          </p:sp>
        </mc:Fallback>
      </mc:AlternateContent>
      <p:sp>
        <p:nvSpPr>
          <p:cNvPr id="41" name="文字方塊 40">
            <a:extLst>
              <a:ext uri="{FF2B5EF4-FFF2-40B4-BE49-F238E27FC236}">
                <a16:creationId xmlns:a16="http://schemas.microsoft.com/office/drawing/2014/main" id="{5DE944BA-551E-6FAE-CD3D-A9E72FCAE061}"/>
              </a:ext>
            </a:extLst>
          </p:cNvPr>
          <p:cNvSpPr txBox="1"/>
          <p:nvPr/>
        </p:nvSpPr>
        <p:spPr>
          <a:xfrm>
            <a:off x="948103" y="170147"/>
            <a:ext cx="248314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0070C0"/>
                </a:solidFill>
                <a:effectLst/>
                <a:uLnTx/>
                <a:uFillTx/>
                <a:latin typeface="Calibri" panose="020F0502020204030204"/>
                <a:ea typeface="新細明體" panose="02020500000000000000" pitchFamily="18" charset="-120"/>
                <a:cs typeface="+mn-cs"/>
              </a:rPr>
              <a:t>Training data set</a:t>
            </a:r>
            <a:endParaRPr kumimoji="0" lang="zh-TW" altLang="en-US" sz="1800" b="0" i="0" u="none" strike="noStrike" kern="1200" cap="none" spc="0" normalizeH="0" baseline="0" noProof="0" dirty="0">
              <a:ln>
                <a:noFill/>
              </a:ln>
              <a:solidFill>
                <a:srgbClr val="0070C0"/>
              </a:solidFill>
              <a:effectLst/>
              <a:uLnTx/>
              <a:uFillTx/>
              <a:latin typeface="Calibri" panose="020F0502020204030204"/>
              <a:ea typeface="新細明體" panose="02020500000000000000" pitchFamily="18" charset="-120"/>
              <a:cs typeface="+mn-cs"/>
            </a:endParaRPr>
          </a:p>
        </p:txBody>
      </p:sp>
      <p:sp>
        <p:nvSpPr>
          <p:cNvPr id="8" name="矩形: 圓角 7">
            <a:extLst>
              <a:ext uri="{FF2B5EF4-FFF2-40B4-BE49-F238E27FC236}">
                <a16:creationId xmlns:a16="http://schemas.microsoft.com/office/drawing/2014/main" id="{A6A9973E-C001-D8AD-279D-206DBEB370FF}"/>
              </a:ext>
            </a:extLst>
          </p:cNvPr>
          <p:cNvSpPr/>
          <p:nvPr/>
        </p:nvSpPr>
        <p:spPr>
          <a:xfrm>
            <a:off x="4522368" y="3499973"/>
            <a:ext cx="822121" cy="369332"/>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4" name="矩形: 圓角 13">
            <a:extLst>
              <a:ext uri="{FF2B5EF4-FFF2-40B4-BE49-F238E27FC236}">
                <a16:creationId xmlns:a16="http://schemas.microsoft.com/office/drawing/2014/main" id="{D44876DB-842C-56F1-EB7A-A91833048B23}"/>
              </a:ext>
            </a:extLst>
          </p:cNvPr>
          <p:cNvSpPr/>
          <p:nvPr/>
        </p:nvSpPr>
        <p:spPr>
          <a:xfrm>
            <a:off x="6126194" y="3518867"/>
            <a:ext cx="822121" cy="369332"/>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1,3</a:t>
            </a: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5" name="矩形: 圓角 14">
            <a:extLst>
              <a:ext uri="{FF2B5EF4-FFF2-40B4-BE49-F238E27FC236}">
                <a16:creationId xmlns:a16="http://schemas.microsoft.com/office/drawing/2014/main" id="{C691A3E1-6A9A-C5E5-D589-9A1DE920C29C}"/>
              </a:ext>
            </a:extLst>
          </p:cNvPr>
          <p:cNvSpPr/>
          <p:nvPr/>
        </p:nvSpPr>
        <p:spPr>
          <a:xfrm>
            <a:off x="7687339" y="3492556"/>
            <a:ext cx="923261" cy="369332"/>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1,2,3,5</a:t>
            </a: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6" name="矩形: 圓角 15">
            <a:extLst>
              <a:ext uri="{FF2B5EF4-FFF2-40B4-BE49-F238E27FC236}">
                <a16:creationId xmlns:a16="http://schemas.microsoft.com/office/drawing/2014/main" id="{74F3FDC2-94F1-A807-34A0-F4FC06E40F19}"/>
              </a:ext>
            </a:extLst>
          </p:cNvPr>
          <p:cNvSpPr/>
          <p:nvPr/>
        </p:nvSpPr>
        <p:spPr>
          <a:xfrm>
            <a:off x="9204595" y="3492556"/>
            <a:ext cx="923261" cy="369332"/>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1,2,6</a:t>
            </a: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8" name="矩形: 圓角 17">
            <a:extLst>
              <a:ext uri="{FF2B5EF4-FFF2-40B4-BE49-F238E27FC236}">
                <a16:creationId xmlns:a16="http://schemas.microsoft.com/office/drawing/2014/main" id="{5A65DB7C-89F7-DB46-D967-F4352A74D573}"/>
              </a:ext>
            </a:extLst>
          </p:cNvPr>
          <p:cNvSpPr/>
          <p:nvPr/>
        </p:nvSpPr>
        <p:spPr>
          <a:xfrm>
            <a:off x="10804973" y="3509801"/>
            <a:ext cx="923261" cy="369332"/>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1,2,6</a:t>
            </a: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20" name="文字方塊 19">
            <a:extLst>
              <a:ext uri="{FF2B5EF4-FFF2-40B4-BE49-F238E27FC236}">
                <a16:creationId xmlns:a16="http://schemas.microsoft.com/office/drawing/2014/main" id="{C449DFAF-8417-6B52-AF2D-052D4CFBC8AA}"/>
              </a:ext>
            </a:extLst>
          </p:cNvPr>
          <p:cNvSpPr txBox="1"/>
          <p:nvPr/>
        </p:nvSpPr>
        <p:spPr>
          <a:xfrm>
            <a:off x="2636397" y="3492556"/>
            <a:ext cx="13483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新細明體" panose="02020500000000000000" pitchFamily="18" charset="-120"/>
                <a:cs typeface="+mn-cs"/>
              </a:rPr>
              <a:t>OOB sample</a:t>
            </a:r>
            <a:endParaRPr kumimoji="0" lang="zh-TW" altLang="en-US"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新細明體" panose="02020500000000000000" pitchFamily="18" charset="-120"/>
              <a:cs typeface="+mn-cs"/>
            </a:endParaRPr>
          </a:p>
        </p:txBody>
      </p:sp>
      <p:cxnSp>
        <p:nvCxnSpPr>
          <p:cNvPr id="22" name="直線單箭頭接點 21">
            <a:extLst>
              <a:ext uri="{FF2B5EF4-FFF2-40B4-BE49-F238E27FC236}">
                <a16:creationId xmlns:a16="http://schemas.microsoft.com/office/drawing/2014/main" id="{252A33BD-753B-B460-A890-957AFE26D51D}"/>
              </a:ext>
            </a:extLst>
          </p:cNvPr>
          <p:cNvCxnSpPr/>
          <p:nvPr/>
        </p:nvCxnSpPr>
        <p:spPr>
          <a:xfrm>
            <a:off x="3984771" y="3667203"/>
            <a:ext cx="335559" cy="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mc:AlternateContent xmlns:mc="http://schemas.openxmlformats.org/markup-compatibility/2006" xmlns:a14="http://schemas.microsoft.com/office/drawing/2010/main">
        <mc:Choice Requires="a14">
          <p:graphicFrame>
            <p:nvGraphicFramePr>
              <p:cNvPr id="23" name="表格 22">
                <a:extLst>
                  <a:ext uri="{FF2B5EF4-FFF2-40B4-BE49-F238E27FC236}">
                    <a16:creationId xmlns:a16="http://schemas.microsoft.com/office/drawing/2014/main" id="{D4441080-7EDE-6226-5334-01AA68908B4A}"/>
                  </a:ext>
                </a:extLst>
              </p:cNvPr>
              <p:cNvGraphicFramePr>
                <a:graphicFrameLocks noGrp="1"/>
              </p:cNvGraphicFramePr>
              <p:nvPr/>
            </p:nvGraphicFramePr>
            <p:xfrm>
              <a:off x="117446" y="3960121"/>
              <a:ext cx="3665989" cy="2591162"/>
            </p:xfrm>
            <a:graphic>
              <a:graphicData uri="http://schemas.openxmlformats.org/drawingml/2006/table">
                <a:tbl>
                  <a:tblPr firstRow="1" bandRow="1">
                    <a:tableStyleId>{5C22544A-7EE6-4342-B048-85BDC9FD1C3A}</a:tableStyleId>
                  </a:tblPr>
                  <a:tblGrid>
                    <a:gridCol w="380261">
                      <a:extLst>
                        <a:ext uri="{9D8B030D-6E8A-4147-A177-3AD203B41FA5}">
                          <a16:colId xmlns:a16="http://schemas.microsoft.com/office/drawing/2014/main" val="329525294"/>
                        </a:ext>
                      </a:extLst>
                    </a:gridCol>
                    <a:gridCol w="374748">
                      <a:extLst>
                        <a:ext uri="{9D8B030D-6E8A-4147-A177-3AD203B41FA5}">
                          <a16:colId xmlns:a16="http://schemas.microsoft.com/office/drawing/2014/main" val="2311156111"/>
                        </a:ext>
                      </a:extLst>
                    </a:gridCol>
                    <a:gridCol w="369116">
                      <a:extLst>
                        <a:ext uri="{9D8B030D-6E8A-4147-A177-3AD203B41FA5}">
                          <a16:colId xmlns:a16="http://schemas.microsoft.com/office/drawing/2014/main" val="389369975"/>
                        </a:ext>
                      </a:extLst>
                    </a:gridCol>
                    <a:gridCol w="385893">
                      <a:extLst>
                        <a:ext uri="{9D8B030D-6E8A-4147-A177-3AD203B41FA5}">
                          <a16:colId xmlns:a16="http://schemas.microsoft.com/office/drawing/2014/main" val="685516627"/>
                        </a:ext>
                      </a:extLst>
                    </a:gridCol>
                    <a:gridCol w="377505">
                      <a:extLst>
                        <a:ext uri="{9D8B030D-6E8A-4147-A177-3AD203B41FA5}">
                          <a16:colId xmlns:a16="http://schemas.microsoft.com/office/drawing/2014/main" val="3302133284"/>
                        </a:ext>
                      </a:extLst>
                    </a:gridCol>
                    <a:gridCol w="377504">
                      <a:extLst>
                        <a:ext uri="{9D8B030D-6E8A-4147-A177-3AD203B41FA5}">
                          <a16:colId xmlns:a16="http://schemas.microsoft.com/office/drawing/2014/main" val="2262452492"/>
                        </a:ext>
                      </a:extLst>
                    </a:gridCol>
                    <a:gridCol w="780177">
                      <a:extLst>
                        <a:ext uri="{9D8B030D-6E8A-4147-A177-3AD203B41FA5}">
                          <a16:colId xmlns:a16="http://schemas.microsoft.com/office/drawing/2014/main" val="3795893828"/>
                        </a:ext>
                      </a:extLst>
                    </a:gridCol>
                    <a:gridCol w="620785">
                      <a:extLst>
                        <a:ext uri="{9D8B030D-6E8A-4147-A177-3AD203B41FA5}">
                          <a16:colId xmlns:a16="http://schemas.microsoft.com/office/drawing/2014/main" val="573247844"/>
                        </a:ext>
                      </a:extLst>
                    </a:gridCol>
                  </a:tblGrid>
                  <a:tr h="370166">
                    <a:tc>
                      <a:txBody>
                        <a:bodyPr/>
                        <a:lstStyle/>
                        <a:p>
                          <a:pPr algn="ctr" fontAlgn="ctr"/>
                          <a:r>
                            <a:rPr lang="en-US" sz="2000" u="none" strike="noStrike" dirty="0">
                              <a:effectLst/>
                            </a:rPr>
                            <a:t>id</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4">
                            <a:lumMod val="75000"/>
                          </a:schemeClr>
                        </a:solidFill>
                      </a:tcPr>
                    </a:tc>
                    <a:tc>
                      <a:txBody>
                        <a:bodyPr/>
                        <a:lstStyle/>
                        <a:p>
                          <a:pPr algn="ctr" fontAlgn="ctr"/>
                          <a:r>
                            <a:rPr lang="en-US" sz="2000" u="none" strike="noStrike" dirty="0">
                              <a:effectLst/>
                            </a:rPr>
                            <a:t>T1</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4">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2000" u="none" strike="noStrike" dirty="0">
                              <a:effectLst/>
                            </a:rPr>
                            <a:t>T2</a:t>
                          </a:r>
                          <a:endParaRPr lang="en-US" altLang="zh-TW" sz="2000" b="0" i="0" u="none" strike="noStrike" dirty="0">
                            <a:solidFill>
                              <a:srgbClr val="000000"/>
                            </a:solidFill>
                            <a:effectLst/>
                            <a:latin typeface="新細明體" panose="02020500000000000000" pitchFamily="18" charset="-120"/>
                            <a:ea typeface="+mn-ea"/>
                          </a:endParaRPr>
                        </a:p>
                      </a:txBody>
                      <a:tcPr marL="26194" marR="26194" marT="26194" marB="0" anchor="ctr">
                        <a:solidFill>
                          <a:schemeClr val="accent4">
                            <a:lumMod val="75000"/>
                          </a:schemeClr>
                        </a:solidFill>
                      </a:tcPr>
                    </a:tc>
                    <a:tc>
                      <a:txBody>
                        <a:bodyPr/>
                        <a:lstStyle/>
                        <a:p>
                          <a:pPr algn="ctr" fontAlgn="ctr"/>
                          <a:r>
                            <a:rPr lang="en-US" sz="2000" u="none" strike="noStrike" dirty="0">
                              <a:effectLst/>
                            </a:rPr>
                            <a:t>T3</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4">
                            <a:lumMod val="75000"/>
                          </a:schemeClr>
                        </a:solidFill>
                      </a:tcPr>
                    </a:tc>
                    <a:tc>
                      <a:txBody>
                        <a:bodyPr/>
                        <a:lstStyle/>
                        <a:p>
                          <a:pPr algn="ctr" fontAlgn="ctr"/>
                          <a:r>
                            <a:rPr lang="en-US" sz="2000" u="none" strike="noStrike" dirty="0">
                              <a:effectLst/>
                            </a:rPr>
                            <a:t>T4</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4">
                            <a:lumMod val="75000"/>
                          </a:schemeClr>
                        </a:solidFill>
                      </a:tcPr>
                    </a:tc>
                    <a:tc>
                      <a:txBody>
                        <a:bodyPr/>
                        <a:lstStyle/>
                        <a:p>
                          <a:pPr algn="ctr" fontAlgn="ctr"/>
                          <a:r>
                            <a:rPr lang="en-US" sz="2000" u="none" strike="noStrike" dirty="0">
                              <a:effectLst/>
                            </a:rPr>
                            <a:t>T5</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4">
                            <a:lumMod val="75000"/>
                          </a:schemeClr>
                        </a:solidFill>
                      </a:tcPr>
                    </a:tc>
                    <a:tc>
                      <a:txBody>
                        <a:bodyPr/>
                        <a:lstStyle/>
                        <a:p>
                          <a:pPr algn="ctr" fontAlgn="ctr"/>
                          <a14:m>
                            <m:oMathPara xmlns:m="http://schemas.openxmlformats.org/officeDocument/2006/math">
                              <m:oMathParaPr>
                                <m:jc m:val="centerGroup"/>
                              </m:oMathParaPr>
                              <m:oMath xmlns:m="http://schemas.openxmlformats.org/officeDocument/2006/math">
                                <m:acc>
                                  <m:accPr>
                                    <m:chr m:val="̂"/>
                                    <m:ctrlPr>
                                      <a:rPr lang="en-US" altLang="zh-TW" sz="2000" b="0" i="1" u="none" strike="noStrike" smtClean="0">
                                        <a:solidFill>
                                          <a:schemeClr val="bg1"/>
                                        </a:solidFill>
                                        <a:effectLst/>
                                        <a:latin typeface="Cambria Math" panose="02040503050406030204" pitchFamily="18" charset="0"/>
                                        <a:ea typeface="新細明體" panose="02020500000000000000" pitchFamily="18" charset="-120"/>
                                      </a:rPr>
                                    </m:ctrlPr>
                                  </m:accPr>
                                  <m:e>
                                    <m:r>
                                      <a:rPr lang="en-US" altLang="zh-TW" sz="2000" b="0" i="1" u="none" strike="noStrike" smtClean="0">
                                        <a:solidFill>
                                          <a:schemeClr val="bg1"/>
                                        </a:solidFill>
                                        <a:effectLst/>
                                        <a:latin typeface="Cambria Math" panose="02040503050406030204" pitchFamily="18" charset="0"/>
                                        <a:ea typeface="新細明體" panose="02020500000000000000" pitchFamily="18" charset="-120"/>
                                      </a:rPr>
                                      <m:t>𝑦</m:t>
                                    </m:r>
                                  </m:e>
                                </m:acc>
                              </m:oMath>
                            </m:oMathPara>
                          </a14:m>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4">
                            <a:lumMod val="75000"/>
                          </a:schemeClr>
                        </a:solidFill>
                      </a:tcPr>
                    </a:tc>
                    <a:tc>
                      <a:txBody>
                        <a:bodyPr/>
                        <a:lstStyle/>
                        <a:p>
                          <a:pPr algn="ctr" fontAlgn="ctr"/>
                          <a:r>
                            <a:rPr lang="en-US" sz="2000" u="none" strike="noStrike" dirty="0">
                              <a:effectLst/>
                            </a:rPr>
                            <a:t>y</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4">
                            <a:lumMod val="75000"/>
                          </a:schemeClr>
                        </a:solidFill>
                      </a:tcPr>
                    </a:tc>
                    <a:extLst>
                      <a:ext uri="{0D108BD9-81ED-4DB2-BD59-A6C34878D82A}">
                        <a16:rowId xmlns:a16="http://schemas.microsoft.com/office/drawing/2014/main" val="1631454253"/>
                      </a:ext>
                    </a:extLst>
                  </a:tr>
                  <a:tr h="370166">
                    <a:tc>
                      <a:txBody>
                        <a:bodyPr/>
                        <a:lstStyle/>
                        <a:p>
                          <a:pPr algn="ctr" fontAlgn="ctr"/>
                          <a:r>
                            <a:rPr lang="en-US" altLang="zh-TW" sz="2000" u="none" strike="noStrike" dirty="0">
                              <a:effectLst/>
                              <a:latin typeface="+mn-lt"/>
                            </a:rPr>
                            <a:t>1</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0</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0</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 or 0</a:t>
                          </a:r>
                        </a:p>
                      </a:txBody>
                      <a:tcPr marL="26194" marR="26194" marT="26194" marB="0" anchor="ctr">
                        <a:solidFill>
                          <a:schemeClr val="accent4">
                            <a:lumMod val="40000"/>
                            <a:lumOff val="60000"/>
                          </a:schemeClr>
                        </a:solidFill>
                      </a:tcPr>
                    </a:tc>
                    <a:tc>
                      <a:txBody>
                        <a:bodyPr/>
                        <a:lstStyle/>
                        <a:p>
                          <a:pPr algn="ctr" fontAlgn="ctr"/>
                          <a:r>
                            <a:rPr lang="en-US" altLang="zh-TW" sz="2000" u="none" strike="noStrike" dirty="0">
                              <a:effectLst/>
                              <a:latin typeface="+mn-lt"/>
                            </a:rPr>
                            <a:t>0</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extLst>
                      <a:ext uri="{0D108BD9-81ED-4DB2-BD59-A6C34878D82A}">
                        <a16:rowId xmlns:a16="http://schemas.microsoft.com/office/drawing/2014/main" val="2662923688"/>
                      </a:ext>
                    </a:extLst>
                  </a:tr>
                  <a:tr h="370166">
                    <a:tc>
                      <a:txBody>
                        <a:bodyPr/>
                        <a:lstStyle/>
                        <a:p>
                          <a:pPr algn="ctr" fontAlgn="ctr"/>
                          <a:r>
                            <a:rPr lang="en-US" altLang="zh-TW" sz="2000" u="none" strike="noStrike" dirty="0">
                              <a:effectLst/>
                              <a:latin typeface="+mn-lt"/>
                            </a:rPr>
                            <a:t>2</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r>
                            <a:rPr lang="en-US" altLang="zh-TW" sz="2000" u="none" strike="noStrike" dirty="0">
                              <a:effectLst/>
                              <a:latin typeface="+mn-lt"/>
                            </a:rPr>
                            <a:t>0</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extLst>
                      <a:ext uri="{0D108BD9-81ED-4DB2-BD59-A6C34878D82A}">
                        <a16:rowId xmlns:a16="http://schemas.microsoft.com/office/drawing/2014/main" val="320343777"/>
                      </a:ext>
                    </a:extLst>
                  </a:tr>
                  <a:tr h="370166">
                    <a:tc>
                      <a:txBody>
                        <a:bodyPr/>
                        <a:lstStyle/>
                        <a:p>
                          <a:pPr algn="ctr" fontAlgn="ctr"/>
                          <a:r>
                            <a:rPr lang="en-US" altLang="zh-TW" sz="2000" u="none" strike="noStrike" dirty="0">
                              <a:effectLst/>
                              <a:latin typeface="+mn-lt"/>
                            </a:rPr>
                            <a:t>3</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0</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r>
                            <a:rPr lang="en-US" altLang="zh-TW" sz="2000" u="none" strike="noStrike" dirty="0">
                              <a:effectLst/>
                              <a:latin typeface="+mn-lt"/>
                            </a:rPr>
                            <a:t>0</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extLst>
                      <a:ext uri="{0D108BD9-81ED-4DB2-BD59-A6C34878D82A}">
                        <a16:rowId xmlns:a16="http://schemas.microsoft.com/office/drawing/2014/main" val="725766181"/>
                      </a:ext>
                    </a:extLst>
                  </a:tr>
                  <a:tr h="370166">
                    <a:tc>
                      <a:txBody>
                        <a:bodyPr/>
                        <a:lstStyle/>
                        <a:p>
                          <a:pPr algn="ctr" fontAlgn="ctr"/>
                          <a:r>
                            <a:rPr lang="en-US" altLang="zh-TW" sz="2000" u="none" strike="noStrike" dirty="0">
                              <a:effectLst/>
                              <a:latin typeface="+mn-lt"/>
                            </a:rPr>
                            <a:t>4</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NA</a:t>
                          </a:r>
                        </a:p>
                      </a:txBody>
                      <a:tcPr marL="26194" marR="26194" marT="26194" marB="0" anchor="ctr">
                        <a:solidFill>
                          <a:schemeClr val="accent4">
                            <a:lumMod val="40000"/>
                            <a:lumOff val="60000"/>
                          </a:schemeClr>
                        </a:solidFill>
                      </a:tcPr>
                    </a:tc>
                    <a:tc>
                      <a:txBody>
                        <a:bodyPr/>
                        <a:lstStyle/>
                        <a:p>
                          <a:pPr algn="ctr" fontAlgn="ctr"/>
                          <a:r>
                            <a:rPr lang="en-US" altLang="zh-TW" sz="2000" u="none" strike="noStrike" dirty="0">
                              <a:effectLst/>
                              <a:latin typeface="+mn-lt"/>
                            </a:rPr>
                            <a:t>1</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extLst>
                      <a:ext uri="{0D108BD9-81ED-4DB2-BD59-A6C34878D82A}">
                        <a16:rowId xmlns:a16="http://schemas.microsoft.com/office/drawing/2014/main" val="1592671689"/>
                      </a:ext>
                    </a:extLst>
                  </a:tr>
                  <a:tr h="370166">
                    <a:tc>
                      <a:txBody>
                        <a:bodyPr/>
                        <a:lstStyle/>
                        <a:p>
                          <a:pPr algn="ctr" fontAlgn="ctr"/>
                          <a:r>
                            <a:rPr lang="en-US" altLang="zh-TW" sz="2000" u="none" strike="noStrike" dirty="0">
                              <a:effectLst/>
                              <a:latin typeface="+mn-lt"/>
                            </a:rPr>
                            <a:t>5</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r>
                            <a:rPr lang="en-US" altLang="zh-TW" sz="2000" u="none" strike="noStrike" dirty="0">
                              <a:effectLst/>
                              <a:latin typeface="+mn-lt"/>
                            </a:rPr>
                            <a:t>1</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extLst>
                      <a:ext uri="{0D108BD9-81ED-4DB2-BD59-A6C34878D82A}">
                        <a16:rowId xmlns:a16="http://schemas.microsoft.com/office/drawing/2014/main" val="4264279061"/>
                      </a:ext>
                    </a:extLst>
                  </a:tr>
                  <a:tr h="370166">
                    <a:tc>
                      <a:txBody>
                        <a:bodyPr/>
                        <a:lstStyle/>
                        <a:p>
                          <a:pPr algn="ctr" fontAlgn="ctr"/>
                          <a:r>
                            <a:rPr lang="en-US" altLang="zh-TW" sz="2000" u="none" strike="noStrike" dirty="0">
                              <a:effectLst/>
                              <a:latin typeface="+mn-lt"/>
                            </a:rPr>
                            <a:t>6</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0</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0</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0</a:t>
                          </a:r>
                        </a:p>
                      </a:txBody>
                      <a:tcPr marL="26194" marR="26194" marT="26194" marB="0" anchor="ctr">
                        <a:solidFill>
                          <a:schemeClr val="accent4">
                            <a:lumMod val="40000"/>
                            <a:lumOff val="60000"/>
                          </a:schemeClr>
                        </a:solidFill>
                      </a:tcPr>
                    </a:tc>
                    <a:tc>
                      <a:txBody>
                        <a:bodyPr/>
                        <a:lstStyle/>
                        <a:p>
                          <a:pPr algn="ctr" fontAlgn="ctr"/>
                          <a:r>
                            <a:rPr lang="en-US" altLang="zh-TW" sz="2000" u="none" strike="noStrike" dirty="0">
                              <a:effectLst/>
                              <a:latin typeface="+mn-lt"/>
                            </a:rPr>
                            <a:t>1</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extLst>
                      <a:ext uri="{0D108BD9-81ED-4DB2-BD59-A6C34878D82A}">
                        <a16:rowId xmlns:a16="http://schemas.microsoft.com/office/drawing/2014/main" val="1930110125"/>
                      </a:ext>
                    </a:extLst>
                  </a:tr>
                </a:tbl>
              </a:graphicData>
            </a:graphic>
          </p:graphicFrame>
        </mc:Choice>
        <mc:Fallback xmlns="">
          <p:graphicFrame>
            <p:nvGraphicFramePr>
              <p:cNvPr id="23" name="表格 22">
                <a:extLst>
                  <a:ext uri="{FF2B5EF4-FFF2-40B4-BE49-F238E27FC236}">
                    <a16:creationId xmlns:a16="http://schemas.microsoft.com/office/drawing/2014/main" id="{D4441080-7EDE-6226-5334-01AA68908B4A}"/>
                  </a:ext>
                </a:extLst>
              </p:cNvPr>
              <p:cNvGraphicFramePr>
                <a:graphicFrameLocks noGrp="1"/>
              </p:cNvGraphicFramePr>
              <p:nvPr>
                <p:extLst>
                  <p:ext uri="{D42A27DB-BD31-4B8C-83A1-F6EECF244321}">
                    <p14:modId xmlns:p14="http://schemas.microsoft.com/office/powerpoint/2010/main" val="1518181789"/>
                  </p:ext>
                </p:extLst>
              </p:nvPr>
            </p:nvGraphicFramePr>
            <p:xfrm>
              <a:off x="117446" y="3960121"/>
              <a:ext cx="3665989" cy="2591162"/>
            </p:xfrm>
            <a:graphic>
              <a:graphicData uri="http://schemas.openxmlformats.org/drawingml/2006/table">
                <a:tbl>
                  <a:tblPr firstRow="1" bandRow="1">
                    <a:tableStyleId>{5C22544A-7EE6-4342-B048-85BDC9FD1C3A}</a:tableStyleId>
                  </a:tblPr>
                  <a:tblGrid>
                    <a:gridCol w="380261">
                      <a:extLst>
                        <a:ext uri="{9D8B030D-6E8A-4147-A177-3AD203B41FA5}">
                          <a16:colId xmlns:a16="http://schemas.microsoft.com/office/drawing/2014/main" val="329525294"/>
                        </a:ext>
                      </a:extLst>
                    </a:gridCol>
                    <a:gridCol w="374748">
                      <a:extLst>
                        <a:ext uri="{9D8B030D-6E8A-4147-A177-3AD203B41FA5}">
                          <a16:colId xmlns:a16="http://schemas.microsoft.com/office/drawing/2014/main" val="2311156111"/>
                        </a:ext>
                      </a:extLst>
                    </a:gridCol>
                    <a:gridCol w="369116">
                      <a:extLst>
                        <a:ext uri="{9D8B030D-6E8A-4147-A177-3AD203B41FA5}">
                          <a16:colId xmlns:a16="http://schemas.microsoft.com/office/drawing/2014/main" val="389369975"/>
                        </a:ext>
                      </a:extLst>
                    </a:gridCol>
                    <a:gridCol w="385893">
                      <a:extLst>
                        <a:ext uri="{9D8B030D-6E8A-4147-A177-3AD203B41FA5}">
                          <a16:colId xmlns:a16="http://schemas.microsoft.com/office/drawing/2014/main" val="685516627"/>
                        </a:ext>
                      </a:extLst>
                    </a:gridCol>
                    <a:gridCol w="377505">
                      <a:extLst>
                        <a:ext uri="{9D8B030D-6E8A-4147-A177-3AD203B41FA5}">
                          <a16:colId xmlns:a16="http://schemas.microsoft.com/office/drawing/2014/main" val="3302133284"/>
                        </a:ext>
                      </a:extLst>
                    </a:gridCol>
                    <a:gridCol w="377504">
                      <a:extLst>
                        <a:ext uri="{9D8B030D-6E8A-4147-A177-3AD203B41FA5}">
                          <a16:colId xmlns:a16="http://schemas.microsoft.com/office/drawing/2014/main" val="2262452492"/>
                        </a:ext>
                      </a:extLst>
                    </a:gridCol>
                    <a:gridCol w="780177">
                      <a:extLst>
                        <a:ext uri="{9D8B030D-6E8A-4147-A177-3AD203B41FA5}">
                          <a16:colId xmlns:a16="http://schemas.microsoft.com/office/drawing/2014/main" val="3795893828"/>
                        </a:ext>
                      </a:extLst>
                    </a:gridCol>
                    <a:gridCol w="620785">
                      <a:extLst>
                        <a:ext uri="{9D8B030D-6E8A-4147-A177-3AD203B41FA5}">
                          <a16:colId xmlns:a16="http://schemas.microsoft.com/office/drawing/2014/main" val="573247844"/>
                        </a:ext>
                      </a:extLst>
                    </a:gridCol>
                  </a:tblGrid>
                  <a:tr h="370166">
                    <a:tc>
                      <a:txBody>
                        <a:bodyPr/>
                        <a:lstStyle/>
                        <a:p>
                          <a:pPr algn="ctr" fontAlgn="ctr"/>
                          <a:r>
                            <a:rPr lang="en-US" sz="2000" u="none" strike="noStrike" dirty="0">
                              <a:effectLst/>
                            </a:rPr>
                            <a:t>id</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4">
                            <a:lumMod val="75000"/>
                          </a:schemeClr>
                        </a:solidFill>
                      </a:tcPr>
                    </a:tc>
                    <a:tc>
                      <a:txBody>
                        <a:bodyPr/>
                        <a:lstStyle/>
                        <a:p>
                          <a:pPr algn="ctr" fontAlgn="ctr"/>
                          <a:r>
                            <a:rPr lang="en-US" sz="2000" u="none" strike="noStrike" dirty="0">
                              <a:effectLst/>
                            </a:rPr>
                            <a:t>T1</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4">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2000" u="none" strike="noStrike" dirty="0">
                              <a:effectLst/>
                            </a:rPr>
                            <a:t>T2</a:t>
                          </a:r>
                          <a:endParaRPr lang="en-US" altLang="zh-TW" sz="2000" b="0" i="0" u="none" strike="noStrike" dirty="0">
                            <a:solidFill>
                              <a:srgbClr val="000000"/>
                            </a:solidFill>
                            <a:effectLst/>
                            <a:latin typeface="新細明體" panose="02020500000000000000" pitchFamily="18" charset="-120"/>
                            <a:ea typeface="+mn-ea"/>
                          </a:endParaRPr>
                        </a:p>
                      </a:txBody>
                      <a:tcPr marL="26194" marR="26194" marT="26194" marB="0" anchor="ctr">
                        <a:solidFill>
                          <a:schemeClr val="accent4">
                            <a:lumMod val="75000"/>
                          </a:schemeClr>
                        </a:solidFill>
                      </a:tcPr>
                    </a:tc>
                    <a:tc>
                      <a:txBody>
                        <a:bodyPr/>
                        <a:lstStyle/>
                        <a:p>
                          <a:pPr algn="ctr" fontAlgn="ctr"/>
                          <a:r>
                            <a:rPr lang="en-US" sz="2000" u="none" strike="noStrike" dirty="0">
                              <a:effectLst/>
                            </a:rPr>
                            <a:t>T3</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4">
                            <a:lumMod val="75000"/>
                          </a:schemeClr>
                        </a:solidFill>
                      </a:tcPr>
                    </a:tc>
                    <a:tc>
                      <a:txBody>
                        <a:bodyPr/>
                        <a:lstStyle/>
                        <a:p>
                          <a:pPr algn="ctr" fontAlgn="ctr"/>
                          <a:r>
                            <a:rPr lang="en-US" sz="2000" u="none" strike="noStrike" dirty="0">
                              <a:effectLst/>
                            </a:rPr>
                            <a:t>T4</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4">
                            <a:lumMod val="75000"/>
                          </a:schemeClr>
                        </a:solidFill>
                      </a:tcPr>
                    </a:tc>
                    <a:tc>
                      <a:txBody>
                        <a:bodyPr/>
                        <a:lstStyle/>
                        <a:p>
                          <a:pPr algn="ctr" fontAlgn="ctr"/>
                          <a:r>
                            <a:rPr lang="en-US" sz="2000" u="none" strike="noStrike" dirty="0">
                              <a:effectLst/>
                            </a:rPr>
                            <a:t>T5</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4">
                            <a:lumMod val="75000"/>
                          </a:schemeClr>
                        </a:solidFill>
                      </a:tcPr>
                    </a:tc>
                    <a:tc>
                      <a:txBody>
                        <a:bodyPr/>
                        <a:lstStyle/>
                        <a:p>
                          <a:endParaRPr lang="zh-TW"/>
                        </a:p>
                      </a:txBody>
                      <a:tcPr marL="26194" marR="26194" marT="26194" marB="0" anchor="ctr">
                        <a:blipFill>
                          <a:blip r:embed="rId8"/>
                          <a:stretch>
                            <a:fillRect l="-291406" t="-8197" r="-82813" b="-634426"/>
                          </a:stretch>
                        </a:blipFill>
                      </a:tcPr>
                    </a:tc>
                    <a:tc>
                      <a:txBody>
                        <a:bodyPr/>
                        <a:lstStyle/>
                        <a:p>
                          <a:pPr algn="ctr" fontAlgn="ctr"/>
                          <a:r>
                            <a:rPr lang="en-US" sz="2000" u="none" strike="noStrike" dirty="0">
                              <a:effectLst/>
                            </a:rPr>
                            <a:t>y</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4">
                            <a:lumMod val="75000"/>
                          </a:schemeClr>
                        </a:solidFill>
                      </a:tcPr>
                    </a:tc>
                    <a:extLst>
                      <a:ext uri="{0D108BD9-81ED-4DB2-BD59-A6C34878D82A}">
                        <a16:rowId xmlns:a16="http://schemas.microsoft.com/office/drawing/2014/main" val="1631454253"/>
                      </a:ext>
                    </a:extLst>
                  </a:tr>
                  <a:tr h="370166">
                    <a:tc>
                      <a:txBody>
                        <a:bodyPr/>
                        <a:lstStyle/>
                        <a:p>
                          <a:pPr algn="ctr" fontAlgn="ctr"/>
                          <a:r>
                            <a:rPr lang="en-US" altLang="zh-TW" sz="2000" u="none" strike="noStrike" dirty="0">
                              <a:effectLst/>
                              <a:latin typeface="+mn-lt"/>
                            </a:rPr>
                            <a:t>1</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0</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0</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 or 0</a:t>
                          </a:r>
                        </a:p>
                      </a:txBody>
                      <a:tcPr marL="26194" marR="26194" marT="26194" marB="0" anchor="ctr">
                        <a:solidFill>
                          <a:schemeClr val="accent4">
                            <a:lumMod val="40000"/>
                            <a:lumOff val="60000"/>
                          </a:schemeClr>
                        </a:solidFill>
                      </a:tcPr>
                    </a:tc>
                    <a:tc>
                      <a:txBody>
                        <a:bodyPr/>
                        <a:lstStyle/>
                        <a:p>
                          <a:pPr algn="ctr" fontAlgn="ctr"/>
                          <a:r>
                            <a:rPr lang="en-US" altLang="zh-TW" sz="2000" u="none" strike="noStrike" dirty="0">
                              <a:effectLst/>
                              <a:latin typeface="+mn-lt"/>
                            </a:rPr>
                            <a:t>0</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extLst>
                      <a:ext uri="{0D108BD9-81ED-4DB2-BD59-A6C34878D82A}">
                        <a16:rowId xmlns:a16="http://schemas.microsoft.com/office/drawing/2014/main" val="2662923688"/>
                      </a:ext>
                    </a:extLst>
                  </a:tr>
                  <a:tr h="370166">
                    <a:tc>
                      <a:txBody>
                        <a:bodyPr/>
                        <a:lstStyle/>
                        <a:p>
                          <a:pPr algn="ctr" fontAlgn="ctr"/>
                          <a:r>
                            <a:rPr lang="en-US" altLang="zh-TW" sz="2000" u="none" strike="noStrike" dirty="0">
                              <a:effectLst/>
                              <a:latin typeface="+mn-lt"/>
                            </a:rPr>
                            <a:t>2</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r>
                            <a:rPr lang="en-US" altLang="zh-TW" sz="2000" u="none" strike="noStrike" dirty="0">
                              <a:effectLst/>
                              <a:latin typeface="+mn-lt"/>
                            </a:rPr>
                            <a:t>0</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extLst>
                      <a:ext uri="{0D108BD9-81ED-4DB2-BD59-A6C34878D82A}">
                        <a16:rowId xmlns:a16="http://schemas.microsoft.com/office/drawing/2014/main" val="320343777"/>
                      </a:ext>
                    </a:extLst>
                  </a:tr>
                  <a:tr h="370166">
                    <a:tc>
                      <a:txBody>
                        <a:bodyPr/>
                        <a:lstStyle/>
                        <a:p>
                          <a:pPr algn="ctr" fontAlgn="ctr"/>
                          <a:r>
                            <a:rPr lang="en-US" altLang="zh-TW" sz="2000" u="none" strike="noStrike" dirty="0">
                              <a:effectLst/>
                              <a:latin typeface="+mn-lt"/>
                            </a:rPr>
                            <a:t>3</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0</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r>
                            <a:rPr lang="en-US" altLang="zh-TW" sz="2000" u="none" strike="noStrike" dirty="0">
                              <a:effectLst/>
                              <a:latin typeface="+mn-lt"/>
                            </a:rPr>
                            <a:t>0</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extLst>
                      <a:ext uri="{0D108BD9-81ED-4DB2-BD59-A6C34878D82A}">
                        <a16:rowId xmlns:a16="http://schemas.microsoft.com/office/drawing/2014/main" val="725766181"/>
                      </a:ext>
                    </a:extLst>
                  </a:tr>
                  <a:tr h="370166">
                    <a:tc>
                      <a:txBody>
                        <a:bodyPr/>
                        <a:lstStyle/>
                        <a:p>
                          <a:pPr algn="ctr" fontAlgn="ctr"/>
                          <a:r>
                            <a:rPr lang="en-US" altLang="zh-TW" sz="2000" u="none" strike="noStrike" dirty="0">
                              <a:effectLst/>
                              <a:latin typeface="+mn-lt"/>
                            </a:rPr>
                            <a:t>4</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NA</a:t>
                          </a:r>
                        </a:p>
                      </a:txBody>
                      <a:tcPr marL="26194" marR="26194" marT="26194" marB="0" anchor="ctr">
                        <a:solidFill>
                          <a:schemeClr val="accent4">
                            <a:lumMod val="40000"/>
                            <a:lumOff val="60000"/>
                          </a:schemeClr>
                        </a:solidFill>
                      </a:tcPr>
                    </a:tc>
                    <a:tc>
                      <a:txBody>
                        <a:bodyPr/>
                        <a:lstStyle/>
                        <a:p>
                          <a:pPr algn="ctr" fontAlgn="ctr"/>
                          <a:r>
                            <a:rPr lang="en-US" altLang="zh-TW" sz="2000" u="none" strike="noStrike" dirty="0">
                              <a:effectLst/>
                              <a:latin typeface="+mn-lt"/>
                            </a:rPr>
                            <a:t>1</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extLst>
                      <a:ext uri="{0D108BD9-81ED-4DB2-BD59-A6C34878D82A}">
                        <a16:rowId xmlns:a16="http://schemas.microsoft.com/office/drawing/2014/main" val="1592671689"/>
                      </a:ext>
                    </a:extLst>
                  </a:tr>
                  <a:tr h="370166">
                    <a:tc>
                      <a:txBody>
                        <a:bodyPr/>
                        <a:lstStyle/>
                        <a:p>
                          <a:pPr algn="ctr" fontAlgn="ctr"/>
                          <a:r>
                            <a:rPr lang="en-US" altLang="zh-TW" sz="2000" u="none" strike="noStrike" dirty="0">
                              <a:effectLst/>
                              <a:latin typeface="+mn-lt"/>
                            </a:rPr>
                            <a:t>5</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1</a:t>
                          </a:r>
                        </a:p>
                      </a:txBody>
                      <a:tcPr marL="26194" marR="26194" marT="26194" marB="0" anchor="ctr">
                        <a:solidFill>
                          <a:schemeClr val="accent4">
                            <a:lumMod val="40000"/>
                            <a:lumOff val="60000"/>
                          </a:schemeClr>
                        </a:solidFill>
                      </a:tcPr>
                    </a:tc>
                    <a:tc>
                      <a:txBody>
                        <a:bodyPr/>
                        <a:lstStyle/>
                        <a:p>
                          <a:pPr algn="ctr" fontAlgn="ctr"/>
                          <a:r>
                            <a:rPr lang="en-US" altLang="zh-TW" sz="2000" u="none" strike="noStrike" dirty="0">
                              <a:effectLst/>
                              <a:latin typeface="+mn-lt"/>
                            </a:rPr>
                            <a:t>1</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extLst>
                      <a:ext uri="{0D108BD9-81ED-4DB2-BD59-A6C34878D82A}">
                        <a16:rowId xmlns:a16="http://schemas.microsoft.com/office/drawing/2014/main" val="4264279061"/>
                      </a:ext>
                    </a:extLst>
                  </a:tr>
                  <a:tr h="370166">
                    <a:tc>
                      <a:txBody>
                        <a:bodyPr/>
                        <a:lstStyle/>
                        <a:p>
                          <a:pPr algn="ctr" fontAlgn="ctr"/>
                          <a:r>
                            <a:rPr lang="en-US" altLang="zh-TW" sz="2000" u="none" strike="noStrike" dirty="0">
                              <a:effectLst/>
                              <a:latin typeface="+mn-lt"/>
                            </a:rPr>
                            <a:t>6</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endParaRPr lang="en-US" altLang="zh-TW" sz="2000" b="0" i="0" u="none" strike="noStrike">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0</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0</a:t>
                          </a:r>
                        </a:p>
                      </a:txBody>
                      <a:tcPr marL="26194" marR="26194" marT="26194" marB="0" anchor="ctr">
                        <a:solidFill>
                          <a:schemeClr val="accent4">
                            <a:lumMod val="40000"/>
                            <a:lumOff val="60000"/>
                          </a:schemeClr>
                        </a:solidFill>
                      </a:tcPr>
                    </a:tc>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0</a:t>
                          </a:r>
                        </a:p>
                      </a:txBody>
                      <a:tcPr marL="26194" marR="26194" marT="26194" marB="0" anchor="ctr">
                        <a:solidFill>
                          <a:schemeClr val="accent4">
                            <a:lumMod val="40000"/>
                            <a:lumOff val="60000"/>
                          </a:schemeClr>
                        </a:solidFill>
                      </a:tcPr>
                    </a:tc>
                    <a:tc>
                      <a:txBody>
                        <a:bodyPr/>
                        <a:lstStyle/>
                        <a:p>
                          <a:pPr algn="ctr" fontAlgn="ctr"/>
                          <a:r>
                            <a:rPr lang="en-US" altLang="zh-TW" sz="2000" u="none" strike="noStrike" dirty="0">
                              <a:effectLst/>
                              <a:latin typeface="+mn-lt"/>
                            </a:rPr>
                            <a:t>1</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solidFill>
                          <a:schemeClr val="accent4">
                            <a:lumMod val="40000"/>
                            <a:lumOff val="60000"/>
                          </a:schemeClr>
                        </a:solidFill>
                      </a:tcPr>
                    </a:tc>
                    <a:extLst>
                      <a:ext uri="{0D108BD9-81ED-4DB2-BD59-A6C34878D82A}">
                        <a16:rowId xmlns:a16="http://schemas.microsoft.com/office/drawing/2014/main" val="1930110125"/>
                      </a:ext>
                    </a:extLst>
                  </a:tr>
                </a:tbl>
              </a:graphicData>
            </a:graphic>
          </p:graphicFrame>
        </mc:Fallback>
      </mc:AlternateContent>
      <p:sp>
        <p:nvSpPr>
          <p:cNvPr id="24" name="文字方塊 23">
            <a:extLst>
              <a:ext uri="{FF2B5EF4-FFF2-40B4-BE49-F238E27FC236}">
                <a16:creationId xmlns:a16="http://schemas.microsoft.com/office/drawing/2014/main" id="{E8B7E34B-3D67-3E39-B883-4951DCDAF8C7}"/>
              </a:ext>
            </a:extLst>
          </p:cNvPr>
          <p:cNvSpPr txBox="1"/>
          <p:nvPr/>
        </p:nvSpPr>
        <p:spPr>
          <a:xfrm>
            <a:off x="3984771" y="6356350"/>
            <a:ext cx="35317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新細明體" panose="02020500000000000000" pitchFamily="18" charset="-120"/>
                <a:cs typeface="+mn-cs"/>
              </a:rPr>
              <a:t>Misclassification rate = 3.5/5</a:t>
            </a:r>
            <a:endParaRPr kumimoji="0" lang="zh-TW" altLang="en-US"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849159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圓角 7">
            <a:extLst>
              <a:ext uri="{FF2B5EF4-FFF2-40B4-BE49-F238E27FC236}">
                <a16:creationId xmlns:a16="http://schemas.microsoft.com/office/drawing/2014/main" id="{B002F2E8-CC96-5821-5EC9-69FB4672D2C4}"/>
              </a:ext>
            </a:extLst>
          </p:cNvPr>
          <p:cNvSpPr/>
          <p:nvPr/>
        </p:nvSpPr>
        <p:spPr>
          <a:xfrm>
            <a:off x="11216" y="3429000"/>
            <a:ext cx="12169568" cy="3429000"/>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TW" altLang="en-US"/>
          </a:p>
        </p:txBody>
      </p:sp>
      <p:pic>
        <p:nvPicPr>
          <p:cNvPr id="28" name="圖片 27">
            <a:extLst>
              <a:ext uri="{FF2B5EF4-FFF2-40B4-BE49-F238E27FC236}">
                <a16:creationId xmlns:a16="http://schemas.microsoft.com/office/drawing/2014/main" id="{1484C0BB-9F1A-633A-CC23-D042FA7DF748}"/>
              </a:ext>
            </a:extLst>
          </p:cNvPr>
          <p:cNvPicPr>
            <a:picLocks noChangeAspect="1"/>
          </p:cNvPicPr>
          <p:nvPr/>
        </p:nvPicPr>
        <p:blipFill>
          <a:blip r:embed="rId2"/>
          <a:stretch>
            <a:fillRect/>
          </a:stretch>
        </p:blipFill>
        <p:spPr>
          <a:xfrm>
            <a:off x="3383846" y="3907975"/>
            <a:ext cx="8633987" cy="2393325"/>
          </a:xfrm>
          <a:prstGeom prst="rect">
            <a:avLst/>
          </a:prstGeom>
        </p:spPr>
      </p:pic>
      <p:sp>
        <p:nvSpPr>
          <p:cNvPr id="4" name="投影片編號版面配置區 3">
            <a:extLst>
              <a:ext uri="{FF2B5EF4-FFF2-40B4-BE49-F238E27FC236}">
                <a16:creationId xmlns:a16="http://schemas.microsoft.com/office/drawing/2014/main" id="{572E2BD9-31C8-CCEF-1655-951BEA293F07}"/>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42B32856-0948-4E8A-A91F-94156E823626}" type="slidenum">
              <a:rPr kumimoji="0" lang="en-US" altLang="zh-TW"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n-US" altLang="zh-TW" sz="1200" b="0" i="0" u="none" strike="noStrike" kern="1200" cap="none" spc="0" normalizeH="0" baseline="0" noProof="0">
              <a:ln>
                <a:noFill/>
              </a:ln>
              <a:solidFill>
                <a:prstClr val="black">
                  <a:tint val="75000"/>
                </a:prstClr>
              </a:solidFill>
              <a:effectLst/>
              <a:uLnTx/>
              <a:uFillTx/>
              <a:latin typeface="Calibri" panose="020F0502020204030204"/>
              <a:ea typeface="新細明體" panose="02020500000000000000" pitchFamily="18" charset="-120"/>
              <a:cs typeface="+mn-cs"/>
            </a:endParaRPr>
          </a:p>
        </p:txBody>
      </p:sp>
      <p:graphicFrame>
        <p:nvGraphicFramePr>
          <p:cNvPr id="6" name="表格 5">
            <a:extLst>
              <a:ext uri="{FF2B5EF4-FFF2-40B4-BE49-F238E27FC236}">
                <a16:creationId xmlns:a16="http://schemas.microsoft.com/office/drawing/2014/main" id="{4B08C42D-463F-4455-6DB8-16542E3BD80B}"/>
              </a:ext>
            </a:extLst>
          </p:cNvPr>
          <p:cNvGraphicFramePr>
            <a:graphicFrameLocks noGrp="1"/>
          </p:cNvGraphicFramePr>
          <p:nvPr/>
        </p:nvGraphicFramePr>
        <p:xfrm>
          <a:off x="382969" y="539479"/>
          <a:ext cx="3175044"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329525294"/>
                    </a:ext>
                  </a:extLst>
                </a:gridCol>
                <a:gridCol w="500162">
                  <a:extLst>
                    <a:ext uri="{9D8B030D-6E8A-4147-A177-3AD203B41FA5}">
                      <a16:colId xmlns:a16="http://schemas.microsoft.com/office/drawing/2014/main" val="2311156111"/>
                    </a:ext>
                  </a:extLst>
                </a:gridCol>
                <a:gridCol w="500162">
                  <a:extLst>
                    <a:ext uri="{9D8B030D-6E8A-4147-A177-3AD203B41FA5}">
                      <a16:colId xmlns:a16="http://schemas.microsoft.com/office/drawing/2014/main" val="389369975"/>
                    </a:ext>
                  </a:extLst>
                </a:gridCol>
                <a:gridCol w="500162">
                  <a:extLst>
                    <a:ext uri="{9D8B030D-6E8A-4147-A177-3AD203B41FA5}">
                      <a16:colId xmlns:a16="http://schemas.microsoft.com/office/drawing/2014/main" val="685516627"/>
                    </a:ext>
                  </a:extLst>
                </a:gridCol>
                <a:gridCol w="500162">
                  <a:extLst>
                    <a:ext uri="{9D8B030D-6E8A-4147-A177-3AD203B41FA5}">
                      <a16:colId xmlns:a16="http://schemas.microsoft.com/office/drawing/2014/main" val="3302133284"/>
                    </a:ext>
                  </a:extLst>
                </a:gridCol>
                <a:gridCol w="500162">
                  <a:extLst>
                    <a:ext uri="{9D8B030D-6E8A-4147-A177-3AD203B41FA5}">
                      <a16:colId xmlns:a16="http://schemas.microsoft.com/office/drawing/2014/main" val="2262452492"/>
                    </a:ext>
                  </a:extLst>
                </a:gridCol>
                <a:gridCol w="312484">
                  <a:extLst>
                    <a:ext uri="{9D8B030D-6E8A-4147-A177-3AD203B41FA5}">
                      <a16:colId xmlns:a16="http://schemas.microsoft.com/office/drawing/2014/main" val="573247844"/>
                    </a:ext>
                  </a:extLst>
                </a:gridCol>
              </a:tblGrid>
              <a:tr h="370166">
                <a:tc>
                  <a:txBody>
                    <a:bodyPr/>
                    <a:lstStyle/>
                    <a:p>
                      <a:pPr algn="ctr" fontAlgn="ctr"/>
                      <a:r>
                        <a:rPr lang="en-US" sz="2000" u="none" strike="noStrike" dirty="0">
                          <a:effectLst/>
                        </a:rPr>
                        <a:t>id</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dirty="0">
                          <a:effectLst/>
                        </a:rPr>
                        <a:t>x0</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dirty="0">
                          <a:effectLst/>
                        </a:rPr>
                        <a:t>x1</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dirty="0">
                          <a:effectLst/>
                        </a:rPr>
                        <a:t>x2</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x3</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x4</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sz="2000" u="none" strike="noStrike">
                          <a:effectLst/>
                        </a:rPr>
                        <a:t>y</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1631454253"/>
                  </a:ext>
                </a:extLst>
              </a:tr>
              <a:tr h="370166">
                <a:tc>
                  <a:txBody>
                    <a:bodyPr/>
                    <a:lstStyle/>
                    <a:p>
                      <a:pPr algn="ctr" fontAlgn="ctr"/>
                      <a:r>
                        <a:rPr lang="en-US" altLang="zh-TW" sz="2000" u="none" strike="noStrike" dirty="0">
                          <a:effectLst/>
                        </a:rPr>
                        <a:t>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4.3</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4.9</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4.1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4.7</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5.5</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2662923688"/>
                  </a:ext>
                </a:extLst>
              </a:tr>
              <a:tr h="370166">
                <a:tc>
                  <a:txBody>
                    <a:bodyPr/>
                    <a:lstStyle/>
                    <a:p>
                      <a:pPr algn="ctr" fontAlgn="ctr"/>
                      <a:r>
                        <a:rPr lang="en-US" altLang="zh-TW" sz="2000" u="none" strike="noStrike" dirty="0">
                          <a:effectLst/>
                        </a:rPr>
                        <a:t>2</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3.9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320343777"/>
                  </a:ext>
                </a:extLst>
              </a:tr>
              <a:tr h="370166">
                <a:tc>
                  <a:txBody>
                    <a:bodyPr/>
                    <a:lstStyle/>
                    <a:p>
                      <a:pPr algn="ctr" fontAlgn="ctr"/>
                      <a:r>
                        <a:rPr lang="en-US" altLang="zh-TW" sz="2000" u="none" strike="noStrike" dirty="0">
                          <a:effectLst/>
                        </a:rPr>
                        <a:t>3</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2.7</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4.8</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4.1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5.6</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725766181"/>
                  </a:ext>
                </a:extLst>
              </a:tr>
              <a:tr h="370166">
                <a:tc>
                  <a:txBody>
                    <a:bodyPr/>
                    <a:lstStyle/>
                    <a:p>
                      <a:pPr algn="ctr" fontAlgn="ctr"/>
                      <a:r>
                        <a:rPr lang="en-US" altLang="zh-TW" sz="2000" u="none" strike="noStrike" dirty="0">
                          <a:effectLst/>
                        </a:rPr>
                        <a:t>4</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6.6</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4.4</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3.9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1592671689"/>
                  </a:ext>
                </a:extLst>
              </a:tr>
              <a:tr h="370166">
                <a:tc>
                  <a:txBody>
                    <a:bodyPr/>
                    <a:lstStyle/>
                    <a:p>
                      <a:pPr algn="ctr" fontAlgn="ctr"/>
                      <a:r>
                        <a:rPr lang="en-US" altLang="zh-TW" sz="2000" u="none" strike="noStrike" dirty="0">
                          <a:effectLst/>
                        </a:rPr>
                        <a:t>5</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6.5</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2.9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4.7</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4.6</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4264279061"/>
                  </a:ext>
                </a:extLst>
              </a:tr>
              <a:tr h="370166">
                <a:tc>
                  <a:txBody>
                    <a:bodyPr/>
                    <a:lstStyle/>
                    <a:p>
                      <a:pPr algn="ctr" fontAlgn="ctr"/>
                      <a:r>
                        <a:rPr lang="en-US" altLang="zh-TW" sz="2000" u="none" strike="noStrike" dirty="0">
                          <a:effectLst/>
                        </a:rPr>
                        <a:t>6</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2.7</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6.7</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4.2</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5.3</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a:effectLst/>
                        </a:rPr>
                        <a:t>4.8</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tc>
                  <a:txBody>
                    <a:bodyPr/>
                    <a:lstStyle/>
                    <a:p>
                      <a:pPr algn="ctr" fontAlgn="ctr"/>
                      <a:r>
                        <a:rPr lang="en-US" altLang="zh-TW" sz="2000" u="none" strike="noStrike" dirty="0">
                          <a:effectLst/>
                        </a:rPr>
                        <a:t>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1930110125"/>
                  </a:ext>
                </a:extLst>
              </a:tr>
            </a:tbl>
          </a:graphicData>
        </a:graphic>
      </p:graphicFrame>
      <p:sp>
        <p:nvSpPr>
          <p:cNvPr id="12" name="文字方塊 11">
            <a:extLst>
              <a:ext uri="{FF2B5EF4-FFF2-40B4-BE49-F238E27FC236}">
                <a16:creationId xmlns:a16="http://schemas.microsoft.com/office/drawing/2014/main" id="{373BCEE1-FE08-CB75-C586-2D176420127F}"/>
              </a:ext>
            </a:extLst>
          </p:cNvPr>
          <p:cNvSpPr txBox="1"/>
          <p:nvPr/>
        </p:nvSpPr>
        <p:spPr>
          <a:xfrm>
            <a:off x="1297413" y="6253620"/>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https://www.youtube.com/watch?v=v6VJ2RO66Ag</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aphicFrame>
        <p:nvGraphicFramePr>
          <p:cNvPr id="2" name="表格 1">
            <a:extLst>
              <a:ext uri="{FF2B5EF4-FFF2-40B4-BE49-F238E27FC236}">
                <a16:creationId xmlns:a16="http://schemas.microsoft.com/office/drawing/2014/main" id="{1566F5B4-6EC6-B0E9-B8D9-37A7A70604FA}"/>
              </a:ext>
            </a:extLst>
          </p:cNvPr>
          <p:cNvGraphicFramePr>
            <a:graphicFrameLocks noGrp="1"/>
          </p:cNvGraphicFramePr>
          <p:nvPr/>
        </p:nvGraphicFramePr>
        <p:xfrm>
          <a:off x="4687520" y="539479"/>
          <a:ext cx="361750"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1391055700"/>
                    </a:ext>
                  </a:extLst>
                </a:gridCol>
              </a:tblGrid>
              <a:tr h="370166">
                <a:tc>
                  <a:txBody>
                    <a:bodyPr/>
                    <a:lstStyle/>
                    <a:p>
                      <a:pPr algn="ctr" fontAlgn="ctr"/>
                      <a:r>
                        <a:rPr lang="en-US" sz="2000" u="none" strike="noStrike" dirty="0">
                          <a:effectLst/>
                          <a:latin typeface="+mn-lt"/>
                        </a:rPr>
                        <a:t>id</a:t>
                      </a:r>
                      <a:endParaRPr lang="en-US"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2626215743"/>
                  </a:ext>
                </a:extLst>
              </a:tr>
              <a:tr h="370166">
                <a:tc>
                  <a:txBody>
                    <a:bodyPr/>
                    <a:lstStyle/>
                    <a:p>
                      <a:pPr algn="ctr" fontAlgn="ctr"/>
                      <a:r>
                        <a:rPr lang="en-US" altLang="zh-TW" sz="2000" u="none" strike="noStrike" dirty="0">
                          <a:effectLst/>
                          <a:latin typeface="+mn-lt"/>
                        </a:rPr>
                        <a:t>4</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1922073066"/>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2</a:t>
                      </a:r>
                    </a:p>
                  </a:txBody>
                  <a:tcPr marL="26194" marR="26194" marT="26194" marB="0" anchor="ctr"/>
                </a:tc>
                <a:extLst>
                  <a:ext uri="{0D108BD9-81ED-4DB2-BD59-A6C34878D82A}">
                    <a16:rowId xmlns:a16="http://schemas.microsoft.com/office/drawing/2014/main" val="2806389874"/>
                  </a:ext>
                </a:extLst>
              </a:tr>
              <a:tr h="370166">
                <a:tc>
                  <a:txBody>
                    <a:bodyPr/>
                    <a:lstStyle/>
                    <a:p>
                      <a:pPr algn="ctr" fontAlgn="ctr"/>
                      <a:r>
                        <a:rPr lang="en-US" altLang="zh-TW" sz="2000" u="none" strike="noStrike" dirty="0">
                          <a:effectLst/>
                          <a:latin typeface="+mn-lt"/>
                        </a:rPr>
                        <a:t>6</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94706613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5</a:t>
                      </a:r>
                    </a:p>
                  </a:txBody>
                  <a:tcPr marL="26194" marR="26194" marT="26194" marB="0" anchor="ctr"/>
                </a:tc>
                <a:extLst>
                  <a:ext uri="{0D108BD9-81ED-4DB2-BD59-A6C34878D82A}">
                    <a16:rowId xmlns:a16="http://schemas.microsoft.com/office/drawing/2014/main" val="2970359778"/>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1913435788"/>
                  </a:ext>
                </a:extLst>
              </a:tr>
              <a:tr h="370166">
                <a:tc>
                  <a:txBody>
                    <a:bodyPr/>
                    <a:lstStyle/>
                    <a:p>
                      <a:pPr algn="ctr" fontAlgn="ctr"/>
                      <a:r>
                        <a:rPr lang="en-US" altLang="zh-TW" sz="2000" u="none" strike="noStrike" dirty="0">
                          <a:effectLst/>
                          <a:latin typeface="+mn-lt"/>
                        </a:rPr>
                        <a:t>1</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3519385839"/>
                  </a:ext>
                </a:extLst>
              </a:tr>
            </a:tbl>
          </a:graphicData>
        </a:graphic>
      </p:graphicFrame>
      <p:graphicFrame>
        <p:nvGraphicFramePr>
          <p:cNvPr id="3" name="表格 2">
            <a:extLst>
              <a:ext uri="{FF2B5EF4-FFF2-40B4-BE49-F238E27FC236}">
                <a16:creationId xmlns:a16="http://schemas.microsoft.com/office/drawing/2014/main" id="{06159AD7-FD4A-CADE-1958-F6BDA033E143}"/>
              </a:ext>
            </a:extLst>
          </p:cNvPr>
          <p:cNvGraphicFramePr>
            <a:graphicFrameLocks noGrp="1"/>
          </p:cNvGraphicFramePr>
          <p:nvPr/>
        </p:nvGraphicFramePr>
        <p:xfrm>
          <a:off x="6305546" y="539479"/>
          <a:ext cx="361750"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1391055700"/>
                    </a:ext>
                  </a:extLst>
                </a:gridCol>
              </a:tblGrid>
              <a:tr h="370166">
                <a:tc>
                  <a:txBody>
                    <a:bodyPr/>
                    <a:lstStyle/>
                    <a:p>
                      <a:pPr algn="ctr" fontAlgn="ctr"/>
                      <a:r>
                        <a:rPr lang="en-US" sz="2000" u="none" strike="noStrike" dirty="0">
                          <a:effectLst/>
                          <a:latin typeface="+mn-lt"/>
                        </a:rPr>
                        <a:t>id</a:t>
                      </a:r>
                      <a:endParaRPr lang="en-US"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2626215743"/>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5</a:t>
                      </a:r>
                    </a:p>
                  </a:txBody>
                  <a:tcPr marL="26194" marR="26194" marT="26194" marB="0" anchor="ctr"/>
                </a:tc>
                <a:extLst>
                  <a:ext uri="{0D108BD9-81ED-4DB2-BD59-A6C34878D82A}">
                    <a16:rowId xmlns:a16="http://schemas.microsoft.com/office/drawing/2014/main" val="1922073066"/>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6</a:t>
                      </a:r>
                    </a:p>
                  </a:txBody>
                  <a:tcPr marL="26194" marR="26194" marT="26194" marB="0" anchor="ctr"/>
                </a:tc>
                <a:extLst>
                  <a:ext uri="{0D108BD9-81ED-4DB2-BD59-A6C34878D82A}">
                    <a16:rowId xmlns:a16="http://schemas.microsoft.com/office/drawing/2014/main" val="280638987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94706613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2</a:t>
                      </a:r>
                    </a:p>
                  </a:txBody>
                  <a:tcPr marL="26194" marR="26194" marT="26194" marB="0" anchor="ctr"/>
                </a:tc>
                <a:extLst>
                  <a:ext uri="{0D108BD9-81ED-4DB2-BD59-A6C34878D82A}">
                    <a16:rowId xmlns:a16="http://schemas.microsoft.com/office/drawing/2014/main" val="2970359778"/>
                  </a:ext>
                </a:extLst>
              </a:tr>
              <a:tr h="370166">
                <a:tc>
                  <a:txBody>
                    <a:bodyPr/>
                    <a:lstStyle/>
                    <a:p>
                      <a:pPr algn="ctr" fontAlgn="ctr"/>
                      <a:r>
                        <a:rPr lang="en-US" altLang="zh-TW" sz="2000" u="none" strike="noStrike" dirty="0">
                          <a:effectLst/>
                          <a:latin typeface="+mn-lt"/>
                        </a:rPr>
                        <a:t>6</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1913435788"/>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2</a:t>
                      </a:r>
                    </a:p>
                  </a:txBody>
                  <a:tcPr marL="26194" marR="26194" marT="26194" marB="0" anchor="ctr"/>
                </a:tc>
                <a:extLst>
                  <a:ext uri="{0D108BD9-81ED-4DB2-BD59-A6C34878D82A}">
                    <a16:rowId xmlns:a16="http://schemas.microsoft.com/office/drawing/2014/main" val="3519385839"/>
                  </a:ext>
                </a:extLst>
              </a:tr>
            </a:tbl>
          </a:graphicData>
        </a:graphic>
      </p:graphicFrame>
      <p:graphicFrame>
        <p:nvGraphicFramePr>
          <p:cNvPr id="5" name="表格 4">
            <a:extLst>
              <a:ext uri="{FF2B5EF4-FFF2-40B4-BE49-F238E27FC236}">
                <a16:creationId xmlns:a16="http://schemas.microsoft.com/office/drawing/2014/main" id="{8F6BB854-728C-A8ED-455D-2AA65AB290A9}"/>
              </a:ext>
            </a:extLst>
          </p:cNvPr>
          <p:cNvGraphicFramePr>
            <a:graphicFrameLocks noGrp="1"/>
          </p:cNvGraphicFramePr>
          <p:nvPr/>
        </p:nvGraphicFramePr>
        <p:xfrm>
          <a:off x="7837704" y="539479"/>
          <a:ext cx="361750"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1391055700"/>
                    </a:ext>
                  </a:extLst>
                </a:gridCol>
              </a:tblGrid>
              <a:tr h="370166">
                <a:tc>
                  <a:txBody>
                    <a:bodyPr/>
                    <a:lstStyle/>
                    <a:p>
                      <a:pPr algn="ctr" fontAlgn="ctr"/>
                      <a:r>
                        <a:rPr lang="en-US" sz="2000" u="none" strike="noStrike" dirty="0">
                          <a:effectLst/>
                        </a:rPr>
                        <a:t>id</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2626215743"/>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6</a:t>
                      </a:r>
                    </a:p>
                  </a:txBody>
                  <a:tcPr marL="26194" marR="26194" marT="26194" marB="0" anchor="ctr"/>
                </a:tc>
                <a:extLst>
                  <a:ext uri="{0D108BD9-81ED-4DB2-BD59-A6C34878D82A}">
                    <a16:rowId xmlns:a16="http://schemas.microsoft.com/office/drawing/2014/main" val="1922073066"/>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6</a:t>
                      </a:r>
                    </a:p>
                  </a:txBody>
                  <a:tcPr marL="26194" marR="26194" marT="26194" marB="0" anchor="ctr"/>
                </a:tc>
                <a:extLst>
                  <a:ext uri="{0D108BD9-81ED-4DB2-BD59-A6C34878D82A}">
                    <a16:rowId xmlns:a16="http://schemas.microsoft.com/office/drawing/2014/main" val="280638987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94706613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6</a:t>
                      </a:r>
                    </a:p>
                  </a:txBody>
                  <a:tcPr marL="26194" marR="26194" marT="26194" marB="0" anchor="ctr"/>
                </a:tc>
                <a:extLst>
                  <a:ext uri="{0D108BD9-81ED-4DB2-BD59-A6C34878D82A}">
                    <a16:rowId xmlns:a16="http://schemas.microsoft.com/office/drawing/2014/main" val="2970359778"/>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6</a:t>
                      </a:r>
                    </a:p>
                  </a:txBody>
                  <a:tcPr marL="26194" marR="26194" marT="26194" marB="0" anchor="ctr"/>
                </a:tc>
                <a:extLst>
                  <a:ext uri="{0D108BD9-81ED-4DB2-BD59-A6C34878D82A}">
                    <a16:rowId xmlns:a16="http://schemas.microsoft.com/office/drawing/2014/main" val="1913435788"/>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6</a:t>
                      </a:r>
                    </a:p>
                  </a:txBody>
                  <a:tcPr marL="26194" marR="26194" marT="26194" marB="0" anchor="ctr"/>
                </a:tc>
                <a:extLst>
                  <a:ext uri="{0D108BD9-81ED-4DB2-BD59-A6C34878D82A}">
                    <a16:rowId xmlns:a16="http://schemas.microsoft.com/office/drawing/2014/main" val="3519385839"/>
                  </a:ext>
                </a:extLst>
              </a:tr>
            </a:tbl>
          </a:graphicData>
        </a:graphic>
      </p:graphicFrame>
      <p:graphicFrame>
        <p:nvGraphicFramePr>
          <p:cNvPr id="7" name="表格 6">
            <a:extLst>
              <a:ext uri="{FF2B5EF4-FFF2-40B4-BE49-F238E27FC236}">
                <a16:creationId xmlns:a16="http://schemas.microsoft.com/office/drawing/2014/main" id="{2D10965F-9570-6F0A-4684-2CC288FC6C76}"/>
              </a:ext>
            </a:extLst>
          </p:cNvPr>
          <p:cNvGraphicFramePr>
            <a:graphicFrameLocks noGrp="1"/>
          </p:cNvGraphicFramePr>
          <p:nvPr/>
        </p:nvGraphicFramePr>
        <p:xfrm>
          <a:off x="9415004" y="556700"/>
          <a:ext cx="361750"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1391055700"/>
                    </a:ext>
                  </a:extLst>
                </a:gridCol>
              </a:tblGrid>
              <a:tr h="370166">
                <a:tc>
                  <a:txBody>
                    <a:bodyPr/>
                    <a:lstStyle/>
                    <a:p>
                      <a:pPr algn="ctr" fontAlgn="ctr"/>
                      <a:r>
                        <a:rPr lang="en-US" sz="2000" u="none" strike="noStrike" dirty="0">
                          <a:effectLst/>
                        </a:rPr>
                        <a:t>id</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2626215743"/>
                  </a:ext>
                </a:extLst>
              </a:tr>
              <a:tr h="370166">
                <a:tc>
                  <a:txBody>
                    <a:bodyPr/>
                    <a:lstStyle/>
                    <a:p>
                      <a:pPr algn="ctr" fontAlgn="ctr"/>
                      <a:r>
                        <a:rPr lang="en-US" altLang="zh-TW" sz="2000" u="none" strike="noStrike" dirty="0">
                          <a:effectLst/>
                          <a:latin typeface="+mn-lt"/>
                        </a:rPr>
                        <a:t>4</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1922073066"/>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280638987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5</a:t>
                      </a:r>
                    </a:p>
                  </a:txBody>
                  <a:tcPr marL="26194" marR="26194" marT="26194" marB="0" anchor="ctr"/>
                </a:tc>
                <a:extLst>
                  <a:ext uri="{0D108BD9-81ED-4DB2-BD59-A6C34878D82A}">
                    <a16:rowId xmlns:a16="http://schemas.microsoft.com/office/drawing/2014/main" val="94706613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2970359778"/>
                  </a:ext>
                </a:extLst>
              </a:tr>
              <a:tr h="370166">
                <a:tc>
                  <a:txBody>
                    <a:bodyPr/>
                    <a:lstStyle/>
                    <a:p>
                      <a:pPr algn="ctr" fontAlgn="ctr"/>
                      <a:r>
                        <a:rPr lang="en-US" altLang="zh-TW" sz="2000" u="none" strike="noStrike" dirty="0">
                          <a:effectLst/>
                          <a:latin typeface="+mn-lt"/>
                        </a:rPr>
                        <a:t>3</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1913435788"/>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3519385839"/>
                  </a:ext>
                </a:extLst>
              </a:tr>
            </a:tbl>
          </a:graphicData>
        </a:graphic>
      </p:graphicFrame>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F00D2C61-3909-0CDA-1BF3-C3003B310EB4}"/>
                  </a:ext>
                </a:extLst>
              </p:cNvPr>
              <p:cNvSpPr txBox="1"/>
              <p:nvPr/>
            </p:nvSpPr>
            <p:spPr>
              <a:xfrm>
                <a:off x="4522369" y="3123224"/>
                <a:ext cx="8221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b>
                      </m:s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9" name="文字方塊 8">
                <a:extLst>
                  <a:ext uri="{FF2B5EF4-FFF2-40B4-BE49-F238E27FC236}">
                    <a16:creationId xmlns:a16="http://schemas.microsoft.com/office/drawing/2014/main" id="{F00D2C61-3909-0CDA-1BF3-C3003B310EB4}"/>
                  </a:ext>
                </a:extLst>
              </p:cNvPr>
              <p:cNvSpPr txBox="1">
                <a:spLocks noRot="1" noChangeAspect="1" noMove="1" noResize="1" noEditPoints="1" noAdjustHandles="1" noChangeArrowheads="1" noChangeShapeType="1" noTextEdit="1"/>
              </p:cNvSpPr>
              <p:nvPr/>
            </p:nvSpPr>
            <p:spPr>
              <a:xfrm>
                <a:off x="4522369" y="3123224"/>
                <a:ext cx="822121" cy="369332"/>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5BD7C2E6-0746-3A78-2B1F-4F331BCBF65C}"/>
                  </a:ext>
                </a:extLst>
              </p:cNvPr>
              <p:cNvSpPr txBox="1"/>
              <p:nvPr/>
            </p:nvSpPr>
            <p:spPr>
              <a:xfrm>
                <a:off x="6126194" y="3133160"/>
                <a:ext cx="8221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b>
                      </m:s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0" name="文字方塊 9">
                <a:extLst>
                  <a:ext uri="{FF2B5EF4-FFF2-40B4-BE49-F238E27FC236}">
                    <a16:creationId xmlns:a16="http://schemas.microsoft.com/office/drawing/2014/main" id="{5BD7C2E6-0746-3A78-2B1F-4F331BCBF65C}"/>
                  </a:ext>
                </a:extLst>
              </p:cNvPr>
              <p:cNvSpPr txBox="1">
                <a:spLocks noRot="1" noChangeAspect="1" noMove="1" noResize="1" noEditPoints="1" noAdjustHandles="1" noChangeArrowheads="1" noChangeShapeType="1" noTextEdit="1"/>
              </p:cNvSpPr>
              <p:nvPr/>
            </p:nvSpPr>
            <p:spPr>
              <a:xfrm>
                <a:off x="6126194" y="3133160"/>
                <a:ext cx="822121" cy="369332"/>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514A21DA-222C-05A3-785E-9D18E3A73E60}"/>
                  </a:ext>
                </a:extLst>
              </p:cNvPr>
              <p:cNvSpPr txBox="1"/>
              <p:nvPr/>
            </p:nvSpPr>
            <p:spPr>
              <a:xfrm>
                <a:off x="7630640" y="3130641"/>
                <a:ext cx="8221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0</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1" name="文字方塊 10">
                <a:extLst>
                  <a:ext uri="{FF2B5EF4-FFF2-40B4-BE49-F238E27FC236}">
                    <a16:creationId xmlns:a16="http://schemas.microsoft.com/office/drawing/2014/main" id="{514A21DA-222C-05A3-785E-9D18E3A73E60}"/>
                  </a:ext>
                </a:extLst>
              </p:cNvPr>
              <p:cNvSpPr txBox="1">
                <a:spLocks noRot="1" noChangeAspect="1" noMove="1" noResize="1" noEditPoints="1" noAdjustHandles="1" noChangeArrowheads="1" noChangeShapeType="1" noTextEdit="1"/>
              </p:cNvSpPr>
              <p:nvPr/>
            </p:nvSpPr>
            <p:spPr>
              <a:xfrm>
                <a:off x="7630640" y="3130641"/>
                <a:ext cx="822121" cy="369332"/>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46B49A70-4E76-E535-8EAB-2A0744684990}"/>
                  </a:ext>
                </a:extLst>
              </p:cNvPr>
              <p:cNvSpPr txBox="1"/>
              <p:nvPr/>
            </p:nvSpPr>
            <p:spPr>
              <a:xfrm>
                <a:off x="9231531" y="3130641"/>
                <a:ext cx="8221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b>
                      </m:s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3" name="文字方塊 12">
                <a:extLst>
                  <a:ext uri="{FF2B5EF4-FFF2-40B4-BE49-F238E27FC236}">
                    <a16:creationId xmlns:a16="http://schemas.microsoft.com/office/drawing/2014/main" id="{46B49A70-4E76-E535-8EAB-2A0744684990}"/>
                  </a:ext>
                </a:extLst>
              </p:cNvPr>
              <p:cNvSpPr txBox="1">
                <a:spLocks noRot="1" noChangeAspect="1" noMove="1" noResize="1" noEditPoints="1" noAdjustHandles="1" noChangeArrowheads="1" noChangeShapeType="1" noTextEdit="1"/>
              </p:cNvSpPr>
              <p:nvPr/>
            </p:nvSpPr>
            <p:spPr>
              <a:xfrm>
                <a:off x="9231531" y="3130641"/>
                <a:ext cx="822121" cy="369332"/>
              </a:xfrm>
              <a:prstGeom prst="rect">
                <a:avLst/>
              </a:prstGeom>
              <a:blipFill>
                <a:blip r:embed="rId6"/>
                <a:stretch>
                  <a:fillRect/>
                </a:stretch>
              </a:blipFill>
            </p:spPr>
            <p:txBody>
              <a:bodyPr/>
              <a:lstStyle/>
              <a:p>
                <a:r>
                  <a:rPr lang="zh-TW" altLang="en-US">
                    <a:noFill/>
                  </a:rPr>
                  <a:t> </a:t>
                </a:r>
              </a:p>
            </p:txBody>
          </p:sp>
        </mc:Fallback>
      </mc:AlternateContent>
      <p:graphicFrame>
        <p:nvGraphicFramePr>
          <p:cNvPr id="17" name="表格 16">
            <a:extLst>
              <a:ext uri="{FF2B5EF4-FFF2-40B4-BE49-F238E27FC236}">
                <a16:creationId xmlns:a16="http://schemas.microsoft.com/office/drawing/2014/main" id="{82CAF88A-D31A-049B-4EB8-6920B2D16E82}"/>
              </a:ext>
            </a:extLst>
          </p:cNvPr>
          <p:cNvGraphicFramePr>
            <a:graphicFrameLocks noGrp="1"/>
          </p:cNvGraphicFramePr>
          <p:nvPr>
            <p:extLst/>
          </p:nvPr>
        </p:nvGraphicFramePr>
        <p:xfrm>
          <a:off x="720086" y="4165420"/>
          <a:ext cx="2500810" cy="740332"/>
        </p:xfrm>
        <a:graphic>
          <a:graphicData uri="http://schemas.openxmlformats.org/drawingml/2006/table">
            <a:tbl>
              <a:tblPr firstRow="1" bandRow="1">
                <a:tableStyleId>{5C22544A-7EE6-4342-B048-85BDC9FD1C3A}</a:tableStyleId>
              </a:tblPr>
              <a:tblGrid>
                <a:gridCol w="500162">
                  <a:extLst>
                    <a:ext uri="{9D8B030D-6E8A-4147-A177-3AD203B41FA5}">
                      <a16:colId xmlns:a16="http://schemas.microsoft.com/office/drawing/2014/main" val="2985195178"/>
                    </a:ext>
                  </a:extLst>
                </a:gridCol>
                <a:gridCol w="500162">
                  <a:extLst>
                    <a:ext uri="{9D8B030D-6E8A-4147-A177-3AD203B41FA5}">
                      <a16:colId xmlns:a16="http://schemas.microsoft.com/office/drawing/2014/main" val="1179124628"/>
                    </a:ext>
                  </a:extLst>
                </a:gridCol>
                <a:gridCol w="500162">
                  <a:extLst>
                    <a:ext uri="{9D8B030D-6E8A-4147-A177-3AD203B41FA5}">
                      <a16:colId xmlns:a16="http://schemas.microsoft.com/office/drawing/2014/main" val="3287569035"/>
                    </a:ext>
                  </a:extLst>
                </a:gridCol>
                <a:gridCol w="500162">
                  <a:extLst>
                    <a:ext uri="{9D8B030D-6E8A-4147-A177-3AD203B41FA5}">
                      <a16:colId xmlns:a16="http://schemas.microsoft.com/office/drawing/2014/main" val="2141779376"/>
                    </a:ext>
                  </a:extLst>
                </a:gridCol>
                <a:gridCol w="500162">
                  <a:extLst>
                    <a:ext uri="{9D8B030D-6E8A-4147-A177-3AD203B41FA5}">
                      <a16:colId xmlns:a16="http://schemas.microsoft.com/office/drawing/2014/main" val="456162119"/>
                    </a:ext>
                  </a:extLst>
                </a:gridCol>
              </a:tblGrid>
              <a:tr h="370166">
                <a:tc>
                  <a:txBody>
                    <a:bodyPr/>
                    <a:lstStyle/>
                    <a:p>
                      <a:pPr algn="ctr" fontAlgn="ctr"/>
                      <a:r>
                        <a:rPr lang="en-US" sz="2000" u="none" strike="noStrike" dirty="0">
                          <a:effectLst/>
                        </a:rPr>
                        <a:t>x0</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2">
                        <a:lumMod val="75000"/>
                      </a:schemeClr>
                    </a:solidFill>
                  </a:tcPr>
                </a:tc>
                <a:tc>
                  <a:txBody>
                    <a:bodyPr/>
                    <a:lstStyle/>
                    <a:p>
                      <a:pPr algn="ctr" fontAlgn="ctr"/>
                      <a:r>
                        <a:rPr lang="en-US" sz="2000" u="none" strike="noStrike" dirty="0">
                          <a:effectLst/>
                        </a:rPr>
                        <a:t>x1</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2">
                        <a:lumMod val="75000"/>
                      </a:schemeClr>
                    </a:solidFill>
                  </a:tcPr>
                </a:tc>
                <a:tc>
                  <a:txBody>
                    <a:bodyPr/>
                    <a:lstStyle/>
                    <a:p>
                      <a:pPr algn="ctr" fontAlgn="ctr"/>
                      <a:r>
                        <a:rPr lang="en-US" sz="2000" u="none" strike="noStrike" dirty="0">
                          <a:effectLst/>
                        </a:rPr>
                        <a:t>x2</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2">
                        <a:lumMod val="75000"/>
                      </a:schemeClr>
                    </a:solidFill>
                  </a:tcPr>
                </a:tc>
                <a:tc>
                  <a:txBody>
                    <a:bodyPr/>
                    <a:lstStyle/>
                    <a:p>
                      <a:pPr algn="ctr" fontAlgn="ctr"/>
                      <a:r>
                        <a:rPr lang="en-US" sz="2000" u="none" strike="noStrike" dirty="0">
                          <a:effectLst/>
                        </a:rPr>
                        <a:t>x3</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2">
                        <a:lumMod val="75000"/>
                      </a:schemeClr>
                    </a:solidFill>
                  </a:tcPr>
                </a:tc>
                <a:tc>
                  <a:txBody>
                    <a:bodyPr/>
                    <a:lstStyle/>
                    <a:p>
                      <a:pPr algn="ctr" fontAlgn="ctr"/>
                      <a:r>
                        <a:rPr lang="en-US" sz="2000" u="none" strike="noStrike" dirty="0">
                          <a:effectLst/>
                        </a:rPr>
                        <a:t>x4</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2">
                        <a:lumMod val="75000"/>
                      </a:schemeClr>
                    </a:solidFill>
                  </a:tcPr>
                </a:tc>
                <a:extLst>
                  <a:ext uri="{0D108BD9-81ED-4DB2-BD59-A6C34878D82A}">
                    <a16:rowId xmlns:a16="http://schemas.microsoft.com/office/drawing/2014/main" val="2040533722"/>
                  </a:ext>
                </a:extLst>
              </a:tr>
              <a:tr h="370166">
                <a:tc>
                  <a:txBody>
                    <a:bodyPr/>
                    <a:lstStyle/>
                    <a:p>
                      <a:pPr algn="ctr" fontAlgn="ctr"/>
                      <a:r>
                        <a:rPr lang="en-US" altLang="zh-TW" sz="2000" u="none" strike="noStrike" dirty="0">
                          <a:effectLst/>
                        </a:rPr>
                        <a:t>2.8</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2">
                        <a:lumMod val="20000"/>
                        <a:lumOff val="80000"/>
                      </a:schemeClr>
                    </a:solidFill>
                  </a:tcPr>
                </a:tc>
                <a:tc>
                  <a:txBody>
                    <a:bodyPr/>
                    <a:lstStyle/>
                    <a:p>
                      <a:pPr algn="ctr" fontAlgn="ctr"/>
                      <a:r>
                        <a:rPr lang="en-US" altLang="zh-TW" sz="2000" u="none" strike="noStrike" dirty="0">
                          <a:effectLst/>
                        </a:rPr>
                        <a:t>6.2</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2">
                        <a:lumMod val="20000"/>
                        <a:lumOff val="80000"/>
                      </a:schemeClr>
                    </a:solidFill>
                  </a:tcPr>
                </a:tc>
                <a:tc>
                  <a:txBody>
                    <a:bodyPr/>
                    <a:lstStyle/>
                    <a:p>
                      <a:pPr algn="ctr" fontAlgn="ctr"/>
                      <a:r>
                        <a:rPr lang="en-US" altLang="zh-TW" sz="2000" u="none" strike="noStrike" dirty="0">
                          <a:effectLst/>
                        </a:rPr>
                        <a:t>4.4</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2">
                        <a:lumMod val="20000"/>
                        <a:lumOff val="80000"/>
                      </a:schemeClr>
                    </a:solidFill>
                  </a:tcPr>
                </a:tc>
                <a:tc>
                  <a:txBody>
                    <a:bodyPr/>
                    <a:lstStyle/>
                    <a:p>
                      <a:pPr algn="ctr" fontAlgn="ctr"/>
                      <a:r>
                        <a:rPr lang="en-US" altLang="zh-TW" sz="2000" u="none" strike="noStrike" dirty="0">
                          <a:effectLst/>
                        </a:rPr>
                        <a:t>5.3</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2">
                        <a:lumMod val="20000"/>
                        <a:lumOff val="80000"/>
                      </a:schemeClr>
                    </a:solidFill>
                  </a:tcPr>
                </a:tc>
                <a:tc>
                  <a:txBody>
                    <a:bodyPr/>
                    <a:lstStyle/>
                    <a:p>
                      <a:pPr algn="ctr" fontAlgn="ctr"/>
                      <a:r>
                        <a:rPr lang="en-US" altLang="zh-TW" sz="2000" u="none" strike="noStrike" dirty="0">
                          <a:effectLst/>
                        </a:rPr>
                        <a:t>5.5</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solidFill>
                      <a:schemeClr val="accent2">
                        <a:lumMod val="20000"/>
                        <a:lumOff val="80000"/>
                      </a:schemeClr>
                    </a:solidFill>
                  </a:tcPr>
                </a:tc>
                <a:extLst>
                  <a:ext uri="{0D108BD9-81ED-4DB2-BD59-A6C34878D82A}">
                    <a16:rowId xmlns:a16="http://schemas.microsoft.com/office/drawing/2014/main" val="4213581829"/>
                  </a:ext>
                </a:extLst>
              </a:tr>
            </a:tbl>
          </a:graphicData>
        </a:graphic>
      </p:graphicFrame>
      <p:sp>
        <p:nvSpPr>
          <p:cNvPr id="19" name="橢圓 18">
            <a:extLst>
              <a:ext uri="{FF2B5EF4-FFF2-40B4-BE49-F238E27FC236}">
                <a16:creationId xmlns:a16="http://schemas.microsoft.com/office/drawing/2014/main" id="{C98A65CF-7349-56AF-7F8A-28AFBC83D69A}"/>
              </a:ext>
            </a:extLst>
          </p:cNvPr>
          <p:cNvSpPr/>
          <p:nvPr/>
        </p:nvSpPr>
        <p:spPr>
          <a:xfrm>
            <a:off x="3537222" y="5579822"/>
            <a:ext cx="627956" cy="666552"/>
          </a:xfrm>
          <a:prstGeom prst="ellipse">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graphicFrame>
        <p:nvGraphicFramePr>
          <p:cNvPr id="25" name="表格 24">
            <a:extLst>
              <a:ext uri="{FF2B5EF4-FFF2-40B4-BE49-F238E27FC236}">
                <a16:creationId xmlns:a16="http://schemas.microsoft.com/office/drawing/2014/main" id="{B1FFD409-5473-85D8-1A1B-08E37FB49650}"/>
              </a:ext>
            </a:extLst>
          </p:cNvPr>
          <p:cNvGraphicFramePr>
            <a:graphicFrameLocks noGrp="1"/>
          </p:cNvGraphicFramePr>
          <p:nvPr/>
        </p:nvGraphicFramePr>
        <p:xfrm>
          <a:off x="11085729" y="556700"/>
          <a:ext cx="361750" cy="2591162"/>
        </p:xfrm>
        <a:graphic>
          <a:graphicData uri="http://schemas.openxmlformats.org/drawingml/2006/table">
            <a:tbl>
              <a:tblPr firstRow="1" bandRow="1">
                <a:tableStyleId>{5C22544A-7EE6-4342-B048-85BDC9FD1C3A}</a:tableStyleId>
              </a:tblPr>
              <a:tblGrid>
                <a:gridCol w="361750">
                  <a:extLst>
                    <a:ext uri="{9D8B030D-6E8A-4147-A177-3AD203B41FA5}">
                      <a16:colId xmlns:a16="http://schemas.microsoft.com/office/drawing/2014/main" val="1391055700"/>
                    </a:ext>
                  </a:extLst>
                </a:gridCol>
              </a:tblGrid>
              <a:tr h="370166">
                <a:tc>
                  <a:txBody>
                    <a:bodyPr/>
                    <a:lstStyle/>
                    <a:p>
                      <a:pPr algn="ctr" fontAlgn="ctr"/>
                      <a:r>
                        <a:rPr lang="en-US" sz="2000" u="none" strike="noStrike" dirty="0">
                          <a:effectLst/>
                        </a:rPr>
                        <a:t>id</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26194" marR="26194" marT="26194" marB="0" anchor="ctr"/>
                </a:tc>
                <a:extLst>
                  <a:ext uri="{0D108BD9-81ED-4DB2-BD59-A6C34878D82A}">
                    <a16:rowId xmlns:a16="http://schemas.microsoft.com/office/drawing/2014/main" val="2626215743"/>
                  </a:ext>
                </a:extLst>
              </a:tr>
              <a:tr h="370166">
                <a:tc>
                  <a:txBody>
                    <a:bodyPr/>
                    <a:lstStyle/>
                    <a:p>
                      <a:pPr algn="ctr" fontAlgn="ctr"/>
                      <a:r>
                        <a:rPr lang="en-US" altLang="zh-TW" sz="2000" u="none" strike="noStrike" dirty="0">
                          <a:effectLst/>
                          <a:latin typeface="+mn-lt"/>
                        </a:rPr>
                        <a:t>4</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1922073066"/>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280638987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5</a:t>
                      </a:r>
                    </a:p>
                  </a:txBody>
                  <a:tcPr marL="26194" marR="26194" marT="26194" marB="0" anchor="ctr"/>
                </a:tc>
                <a:extLst>
                  <a:ext uri="{0D108BD9-81ED-4DB2-BD59-A6C34878D82A}">
                    <a16:rowId xmlns:a16="http://schemas.microsoft.com/office/drawing/2014/main" val="947066134"/>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2970359778"/>
                  </a:ext>
                </a:extLst>
              </a:tr>
              <a:tr h="370166">
                <a:tc>
                  <a:txBody>
                    <a:bodyPr/>
                    <a:lstStyle/>
                    <a:p>
                      <a:pPr algn="ctr" fontAlgn="ctr"/>
                      <a:r>
                        <a:rPr lang="en-US" altLang="zh-TW" sz="2000" u="none" strike="noStrike" dirty="0">
                          <a:effectLst/>
                          <a:latin typeface="+mn-lt"/>
                        </a:rPr>
                        <a:t>3</a:t>
                      </a:r>
                      <a:endParaRPr lang="en-US" altLang="zh-TW" sz="2000" b="0" i="0" u="none" strike="noStrike" dirty="0">
                        <a:solidFill>
                          <a:srgbClr val="000000"/>
                        </a:solidFill>
                        <a:effectLst/>
                        <a:latin typeface="+mn-lt"/>
                        <a:ea typeface="新細明體" panose="02020500000000000000" pitchFamily="18" charset="-120"/>
                      </a:endParaRPr>
                    </a:p>
                  </a:txBody>
                  <a:tcPr marL="26194" marR="26194" marT="26194" marB="0" anchor="ctr"/>
                </a:tc>
                <a:extLst>
                  <a:ext uri="{0D108BD9-81ED-4DB2-BD59-A6C34878D82A}">
                    <a16:rowId xmlns:a16="http://schemas.microsoft.com/office/drawing/2014/main" val="1913435788"/>
                  </a:ext>
                </a:extLst>
              </a:tr>
              <a:tr h="370166">
                <a:tc>
                  <a:txBody>
                    <a:bodyPr/>
                    <a:lstStyle/>
                    <a:p>
                      <a:pPr algn="ctr" fontAlgn="ctr"/>
                      <a:r>
                        <a:rPr lang="en-US" altLang="zh-TW" sz="2000" b="0" i="0" u="none" strike="noStrike" dirty="0">
                          <a:solidFill>
                            <a:srgbClr val="000000"/>
                          </a:solidFill>
                          <a:effectLst/>
                          <a:latin typeface="+mn-lt"/>
                          <a:ea typeface="新細明體" panose="02020500000000000000" pitchFamily="18" charset="-120"/>
                        </a:rPr>
                        <a:t>4</a:t>
                      </a:r>
                    </a:p>
                  </a:txBody>
                  <a:tcPr marL="26194" marR="26194" marT="26194" marB="0" anchor="ctr"/>
                </a:tc>
                <a:extLst>
                  <a:ext uri="{0D108BD9-81ED-4DB2-BD59-A6C34878D82A}">
                    <a16:rowId xmlns:a16="http://schemas.microsoft.com/office/drawing/2014/main" val="3519385839"/>
                  </a:ext>
                </a:extLst>
              </a:tr>
            </a:tbl>
          </a:graphicData>
        </a:graphic>
      </p:graphicFrame>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513A109A-8242-6F94-1881-B62E76A31C4A}"/>
                  </a:ext>
                </a:extLst>
              </p:cNvPr>
              <p:cNvSpPr txBox="1"/>
              <p:nvPr/>
            </p:nvSpPr>
            <p:spPr>
              <a:xfrm>
                <a:off x="10832422" y="3130641"/>
                <a:ext cx="8221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26" name="文字方塊 25">
                <a:extLst>
                  <a:ext uri="{FF2B5EF4-FFF2-40B4-BE49-F238E27FC236}">
                    <a16:creationId xmlns:a16="http://schemas.microsoft.com/office/drawing/2014/main" id="{513A109A-8242-6F94-1881-B62E76A31C4A}"/>
                  </a:ext>
                </a:extLst>
              </p:cNvPr>
              <p:cNvSpPr txBox="1">
                <a:spLocks noRot="1" noChangeAspect="1" noMove="1" noResize="1" noEditPoints="1" noAdjustHandles="1" noChangeArrowheads="1" noChangeShapeType="1" noTextEdit="1"/>
              </p:cNvSpPr>
              <p:nvPr/>
            </p:nvSpPr>
            <p:spPr>
              <a:xfrm>
                <a:off x="10832422" y="3130641"/>
                <a:ext cx="822121" cy="369332"/>
              </a:xfrm>
              <a:prstGeom prst="rect">
                <a:avLst/>
              </a:prstGeom>
              <a:blipFill>
                <a:blip r:embed="rId7"/>
                <a:stretch>
                  <a:fillRect/>
                </a:stretch>
              </a:blipFill>
            </p:spPr>
            <p:txBody>
              <a:bodyPr/>
              <a:lstStyle/>
              <a:p>
                <a:r>
                  <a:rPr lang="zh-TW" altLang="en-US">
                    <a:noFill/>
                  </a:rPr>
                  <a:t> </a:t>
                </a:r>
              </a:p>
            </p:txBody>
          </p:sp>
        </mc:Fallback>
      </mc:AlternateContent>
      <p:sp>
        <p:nvSpPr>
          <p:cNvPr id="29" name="橢圓 28">
            <a:extLst>
              <a:ext uri="{FF2B5EF4-FFF2-40B4-BE49-F238E27FC236}">
                <a16:creationId xmlns:a16="http://schemas.microsoft.com/office/drawing/2014/main" id="{0518F78E-8524-58BD-1230-2AEF513C6E02}"/>
              </a:ext>
            </a:extLst>
          </p:cNvPr>
          <p:cNvSpPr/>
          <p:nvPr/>
        </p:nvSpPr>
        <p:spPr>
          <a:xfrm>
            <a:off x="6273446" y="5328997"/>
            <a:ext cx="627956" cy="666552"/>
          </a:xfrm>
          <a:prstGeom prst="ellipse">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橢圓 29">
            <a:extLst>
              <a:ext uri="{FF2B5EF4-FFF2-40B4-BE49-F238E27FC236}">
                <a16:creationId xmlns:a16="http://schemas.microsoft.com/office/drawing/2014/main" id="{D2404255-7554-CC8A-99EC-67DF92184804}"/>
              </a:ext>
            </a:extLst>
          </p:cNvPr>
          <p:cNvSpPr/>
          <p:nvPr/>
        </p:nvSpPr>
        <p:spPr>
          <a:xfrm>
            <a:off x="7509608" y="4771361"/>
            <a:ext cx="627956" cy="666552"/>
          </a:xfrm>
          <a:prstGeom prst="ellipse">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31" name="橢圓 30">
            <a:extLst>
              <a:ext uri="{FF2B5EF4-FFF2-40B4-BE49-F238E27FC236}">
                <a16:creationId xmlns:a16="http://schemas.microsoft.com/office/drawing/2014/main" id="{8FA86270-1113-2CB5-2FA7-A3A8F928ED7C}"/>
              </a:ext>
            </a:extLst>
          </p:cNvPr>
          <p:cNvSpPr/>
          <p:nvPr/>
        </p:nvSpPr>
        <p:spPr>
          <a:xfrm>
            <a:off x="8693366" y="5328997"/>
            <a:ext cx="627956" cy="666552"/>
          </a:xfrm>
          <a:prstGeom prst="ellipse">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32" name="橢圓 31">
            <a:extLst>
              <a:ext uri="{FF2B5EF4-FFF2-40B4-BE49-F238E27FC236}">
                <a16:creationId xmlns:a16="http://schemas.microsoft.com/office/drawing/2014/main" id="{1BDDE770-6CFA-09F2-8A83-5A22DD2043CC}"/>
              </a:ext>
            </a:extLst>
          </p:cNvPr>
          <p:cNvSpPr/>
          <p:nvPr/>
        </p:nvSpPr>
        <p:spPr>
          <a:xfrm>
            <a:off x="11439010" y="5328997"/>
            <a:ext cx="627956" cy="666552"/>
          </a:xfrm>
          <a:prstGeom prst="ellipse">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文字方塊 32">
            <a:extLst>
              <a:ext uri="{FF2B5EF4-FFF2-40B4-BE49-F238E27FC236}">
                <a16:creationId xmlns:a16="http://schemas.microsoft.com/office/drawing/2014/main" id="{862852B7-2EC7-6D13-4A2C-2A5AA1CE8A1B}"/>
              </a:ext>
            </a:extLst>
          </p:cNvPr>
          <p:cNvSpPr txBox="1"/>
          <p:nvPr/>
        </p:nvSpPr>
        <p:spPr>
          <a:xfrm>
            <a:off x="910212" y="5205560"/>
            <a:ext cx="1603854"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0:2 trees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1:3 trees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=&gt; Predict: y=1</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0" name="文字方塊 39">
            <a:extLst>
              <a:ext uri="{FF2B5EF4-FFF2-40B4-BE49-F238E27FC236}">
                <a16:creationId xmlns:a16="http://schemas.microsoft.com/office/drawing/2014/main" id="{A0C40150-CC8F-76DD-F8A7-D5D1115CF6D8}"/>
              </a:ext>
            </a:extLst>
          </p:cNvPr>
          <p:cNvSpPr txBox="1"/>
          <p:nvPr/>
        </p:nvSpPr>
        <p:spPr>
          <a:xfrm>
            <a:off x="0" y="3745706"/>
            <a:ext cx="322089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C00000"/>
                </a:solidFill>
                <a:effectLst/>
                <a:uLnTx/>
                <a:uFillTx/>
                <a:latin typeface="Calibri" panose="020F0502020204030204"/>
                <a:ea typeface="新細明體" panose="02020500000000000000" pitchFamily="18" charset="-120"/>
                <a:cs typeface="+mn-cs"/>
              </a:rPr>
              <a:t>New sample: </a:t>
            </a:r>
            <a:r>
              <a:rPr kumimoji="0" lang="en-US" altLang="zh-TW" sz="1800" b="1" i="1" u="none" strike="noStrike" kern="1200" cap="none" spc="0" normalizeH="0" baseline="0" noProof="0" dirty="0">
                <a:ln>
                  <a:noFill/>
                </a:ln>
                <a:solidFill>
                  <a:srgbClr val="C00000"/>
                </a:solidFill>
                <a:effectLst/>
                <a:uLnTx/>
                <a:uFillTx/>
                <a:latin typeface="Calibri" panose="020F0502020204030204"/>
                <a:ea typeface="新細明體" panose="02020500000000000000" pitchFamily="18" charset="-120"/>
                <a:cs typeface="+mn-cs"/>
              </a:rPr>
              <a:t>Make Prediction!</a:t>
            </a:r>
            <a:endParaRPr kumimoji="0" lang="zh-TW" altLang="en-US" sz="1800" b="1" i="1" u="none" strike="noStrike" kern="1200" cap="none" spc="0" normalizeH="0" baseline="0" noProof="0" dirty="0">
              <a:ln>
                <a:noFill/>
              </a:ln>
              <a:solidFill>
                <a:srgbClr val="C00000"/>
              </a:solidFill>
              <a:effectLst/>
              <a:uLnTx/>
              <a:uFillTx/>
              <a:latin typeface="Calibri" panose="020F0502020204030204"/>
              <a:ea typeface="新細明體" panose="02020500000000000000" pitchFamily="18" charset="-120"/>
              <a:cs typeface="+mn-cs"/>
            </a:endParaRPr>
          </a:p>
        </p:txBody>
      </p:sp>
      <p:sp>
        <p:nvSpPr>
          <p:cNvPr id="41" name="文字方塊 40">
            <a:extLst>
              <a:ext uri="{FF2B5EF4-FFF2-40B4-BE49-F238E27FC236}">
                <a16:creationId xmlns:a16="http://schemas.microsoft.com/office/drawing/2014/main" id="{5DE944BA-551E-6FAE-CD3D-A9E72FCAE061}"/>
              </a:ext>
            </a:extLst>
          </p:cNvPr>
          <p:cNvSpPr txBox="1"/>
          <p:nvPr/>
        </p:nvSpPr>
        <p:spPr>
          <a:xfrm>
            <a:off x="948103" y="170147"/>
            <a:ext cx="248314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0070C0"/>
                </a:solidFill>
                <a:effectLst/>
                <a:uLnTx/>
                <a:uFillTx/>
                <a:latin typeface="Calibri" panose="020F0502020204030204"/>
                <a:ea typeface="新細明體" panose="02020500000000000000" pitchFamily="18" charset="-120"/>
                <a:cs typeface="+mn-cs"/>
              </a:rPr>
              <a:t>Training data set</a:t>
            </a:r>
            <a:endParaRPr kumimoji="0" lang="zh-TW" altLang="en-US" sz="1800" b="0" i="0" u="none" strike="noStrike" kern="1200" cap="none" spc="0" normalizeH="0" baseline="0" noProof="0" dirty="0">
              <a:ln>
                <a:noFill/>
              </a:ln>
              <a:solidFill>
                <a:srgbClr val="0070C0"/>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86211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E66A3E91-0A1D-4C77-AD55-0C33CA885D76}"/>
              </a:ext>
            </a:extLst>
          </p:cNvPr>
          <p:cNvSpPr txBox="1"/>
          <p:nvPr/>
        </p:nvSpPr>
        <p:spPr>
          <a:xfrm>
            <a:off x="1009875" y="1217259"/>
            <a:ext cx="10867053" cy="4770537"/>
          </a:xfrm>
          <a:prstGeom prst="rect">
            <a:avLst/>
          </a:prstGeom>
          <a:noFill/>
        </p:spPr>
        <p:txBody>
          <a:bodyPr wrap="square" rtlCol="0">
            <a:spAutoFit/>
          </a:bodyPr>
          <a:lstStyle/>
          <a:p>
            <a:r>
              <a:rPr lang="en-US" altLang="zh-TW" sz="4400" dirty="0"/>
              <a:t>Reference:</a:t>
            </a:r>
          </a:p>
          <a:p>
            <a:endParaRPr lang="en-US" altLang="zh-TW" dirty="0"/>
          </a:p>
          <a:p>
            <a:r>
              <a:rPr lang="en-US" altLang="zh-TW" sz="2800" dirty="0"/>
              <a:t>The Elements of Statistical Learning, 2</a:t>
            </a:r>
            <a:r>
              <a:rPr lang="en-US" altLang="zh-TW" sz="2800" baseline="30000" dirty="0"/>
              <a:t>nd</a:t>
            </a:r>
            <a:r>
              <a:rPr lang="en-US" altLang="zh-TW" sz="2800" dirty="0"/>
              <a:t>, Hastie &amp; </a:t>
            </a:r>
            <a:r>
              <a:rPr lang="en-US" altLang="zh-TW" sz="2800" dirty="0" err="1"/>
              <a:t>Tibshirani</a:t>
            </a:r>
            <a:r>
              <a:rPr lang="en-US" altLang="zh-TW" sz="2800" dirty="0"/>
              <a:t> &amp; Friedman</a:t>
            </a:r>
          </a:p>
          <a:p>
            <a:endParaRPr lang="en-US" altLang="zh-TW" sz="2800" dirty="0"/>
          </a:p>
          <a:p>
            <a:r>
              <a:rPr lang="en-US" altLang="zh-TW" sz="2800" dirty="0">
                <a:hlinkClick r:id="rId2"/>
              </a:rPr>
              <a:t>https://rpubs.com/allan811118/R_programming_08</a:t>
            </a:r>
            <a:endParaRPr lang="en-US" altLang="zh-TW" sz="2800" dirty="0"/>
          </a:p>
          <a:p>
            <a:endParaRPr lang="en-US" altLang="zh-TW" sz="2800" dirty="0"/>
          </a:p>
          <a:p>
            <a:r>
              <a:rPr lang="en-US" altLang="zh-TW" sz="2800" dirty="0">
                <a:hlinkClick r:id="rId3"/>
              </a:rPr>
              <a:t>https://www.youtube.com/watch?v=v6VJ2RO66Ag</a:t>
            </a:r>
            <a:endParaRPr lang="en-US" altLang="zh-TW" sz="2800" dirty="0"/>
          </a:p>
          <a:p>
            <a:endParaRPr lang="en-US" altLang="zh-TW" sz="2800" dirty="0"/>
          </a:p>
          <a:p>
            <a:r>
              <a:rPr lang="en-US" altLang="zh-TW" sz="2800" dirty="0">
                <a:hlinkClick r:id="rId4"/>
              </a:rPr>
              <a:t>https://rpubs.com/lhchien/1091295</a:t>
            </a:r>
            <a:endParaRPr lang="en-US" altLang="zh-TW" sz="2800" dirty="0"/>
          </a:p>
          <a:p>
            <a:endParaRPr lang="en-US" altLang="zh-TW" sz="2800" dirty="0"/>
          </a:p>
          <a:p>
            <a:endParaRPr lang="zh-TW" altLang="en-US" dirty="0"/>
          </a:p>
        </p:txBody>
      </p:sp>
      <p:sp>
        <p:nvSpPr>
          <p:cNvPr id="3" name="投影片編號版面配置區 2">
            <a:extLst>
              <a:ext uri="{FF2B5EF4-FFF2-40B4-BE49-F238E27FC236}">
                <a16:creationId xmlns:a16="http://schemas.microsoft.com/office/drawing/2014/main" id="{CBB606F7-64A3-4612-A8D2-483E57429DD4}"/>
              </a:ext>
            </a:extLst>
          </p:cNvPr>
          <p:cNvSpPr>
            <a:spLocks noGrp="1"/>
          </p:cNvSpPr>
          <p:nvPr>
            <p:ph type="sldNum" sz="quarter" idx="12"/>
          </p:nvPr>
        </p:nvSpPr>
        <p:spPr/>
        <p:txBody>
          <a:bodyPr/>
          <a:lstStyle/>
          <a:p>
            <a:fld id="{388914BE-7883-44A0-BEBC-88D37E117B4A}" type="slidenum">
              <a:rPr lang="zh-TW" altLang="en-US" smtClean="0"/>
              <a:t>13</a:t>
            </a:fld>
            <a:endParaRPr lang="zh-TW" altLang="en-US"/>
          </a:p>
        </p:txBody>
      </p:sp>
    </p:spTree>
    <p:extLst>
      <p:ext uri="{BB962C8B-B14F-4D97-AF65-F5344CB8AC3E}">
        <p14:creationId xmlns:p14="http://schemas.microsoft.com/office/powerpoint/2010/main" val="178948657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1076</Words>
  <Application>Microsoft Office PowerPoint</Application>
  <PresentationFormat>寬螢幕</PresentationFormat>
  <Paragraphs>507</Paragraphs>
  <Slides>13</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13</vt:i4>
      </vt:variant>
    </vt:vector>
  </HeadingPairs>
  <TitlesOfParts>
    <vt:vector size="20" baseType="lpstr">
      <vt:lpstr>新細明體</vt:lpstr>
      <vt:lpstr>Arial</vt:lpstr>
      <vt:lpstr>Arial</vt:lpstr>
      <vt:lpstr>Calibri</vt:lpstr>
      <vt:lpstr>Calibri Light</vt:lpstr>
      <vt:lpstr>Cambria Math</vt:lpstr>
      <vt:lpstr>Office 佈景主題</vt:lpstr>
      <vt:lpstr>Week 14 Random Forest</vt:lpstr>
      <vt:lpstr>Random Forest</vt:lpstr>
      <vt:lpstr>PowerPoint 簡報</vt:lpstr>
      <vt:lpstr>Bagging, bootstrap </vt:lpstr>
      <vt:lpstr>Bagging:  The essential idea(基本想法) in bagging is to average many noisy but approximately unbiased models, and hence reduce the variance.</vt:lpstr>
      <vt:lpstr>Bagging: trees are ideal candidates for bagging, since they can capture complex interaction structures in the data, and if grown sufficiently deep, have relatively low bias.</vt:lpstr>
      <vt:lpstr>Random Forest</vt:lpstr>
      <vt:lpstr>Random Forest</vt:lpstr>
      <vt:lpstr>Random Forest: B=?</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14 Random Forest</dc:title>
  <dc:creator>User</dc:creator>
  <cp:lastModifiedBy>User</cp:lastModifiedBy>
  <cp:revision>1</cp:revision>
  <dcterms:created xsi:type="dcterms:W3CDTF">2026-05-28T04:30:20Z</dcterms:created>
  <dcterms:modified xsi:type="dcterms:W3CDTF">2026-05-28T04:31:52Z</dcterms:modified>
</cp:coreProperties>
</file>